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7" r:id="rId1"/>
  </p:sldMasterIdLst>
  <p:sldIdLst>
    <p:sldId id="256" r:id="rId2"/>
    <p:sldId id="257" r:id="rId3"/>
    <p:sldId id="258" r:id="rId4"/>
    <p:sldId id="259" r:id="rId5"/>
    <p:sldId id="274" r:id="rId6"/>
    <p:sldId id="276" r:id="rId7"/>
    <p:sldId id="275" r:id="rId8"/>
    <p:sldId id="277" r:id="rId9"/>
    <p:sldId id="278" r:id="rId10"/>
    <p:sldId id="279" r:id="rId11"/>
    <p:sldId id="280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6" autoAdjust="0"/>
  </p:normalViewPr>
  <p:slideViewPr>
    <p:cSldViewPr snapToGrid="0">
      <p:cViewPr varScale="1">
        <p:scale>
          <a:sx n="81" d="100"/>
          <a:sy n="81" d="100"/>
        </p:scale>
        <p:origin x="754" y="91"/>
      </p:cViewPr>
      <p:guideLst>
        <p:guide orient="horz" pos="215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647E50-E1BE-480A-87A8-31EC9BBD8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98C10D-08E3-4BAD-9934-8623B7265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8EF337-0B82-4E6E-A636-4640546A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EDCEE0-D808-4C09-8260-F97C6D631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910E8C-7085-4648-A3C3-F6E664440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11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E4C23-F907-4E6D-A491-3D7E5A99F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40C1AD-66F4-430A-B930-3163AEAD9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202AC3-7DE4-46A2-B764-30A307482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E7FC80-1F56-4F6E-9B34-F355FCAB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599F24-16F4-4B2A-B6BB-DDEEA369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2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99E811-F132-4E2A-B962-E695376C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DCAD16-C84A-4C83-ACD0-F824C4328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A26D91-5322-4173-91CB-E5C6F0708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41B30F-648A-4D07-9DC7-26E4BE3D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83AE05-90BC-443E-A190-1A57A203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53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20D81D-90B7-43D9-887E-B2224E9D4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26C520-4AB0-4381-B939-F402DFD7C1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21DA69-FDC7-448A-9C68-184A03994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D2B867-2677-4DAC-8963-CA61B6680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C15F40-C02C-4EAB-9CEA-056056AE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752D15-5286-419B-9A8A-872F3A6B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0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5062D3-9ECA-45BD-BD87-07F7D9C03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69A32D-8825-44A7-8DF3-ECDAB1FEC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8DB7C6-FFE4-4520-9751-FD143BCD5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111589-9358-41A3-86E8-218AC545F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3D2F7A-B09C-494D-AABB-14431B44A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0A92DC-AB6E-4BE9-BCF3-AFB36D7E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F46119-1B1F-465A-B088-85118B4F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DFA819E-4A6E-45C9-A382-46BAE105B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948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125014-2BAD-4B22-953E-28B4B4D02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03112B-E2F7-4884-ADDF-9B4D49A14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3BF32F-66A8-43A7-88BB-D22806E5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AB36C3-026A-459F-8BFC-475C8EBCD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95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4CBDD4-DD57-4EC6-BFEF-9D8267D77E22}"/>
              </a:ext>
            </a:extLst>
          </p:cNvPr>
          <p:cNvSpPr txBox="1"/>
          <p:nvPr userDrawn="1"/>
        </p:nvSpPr>
        <p:spPr>
          <a:xfrm>
            <a:off x="9964905" y="658213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2AC692-7268-4D95-8F19-722C37C7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CB42C91-C67F-4DFF-B144-EA7ED7DD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7D9541-A6B9-4942-BC4A-7EC0EA31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154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993E7-E5B8-4992-AF88-BE5E069D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9E56B5-89D6-4434-AFE2-10910E648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9E89AE-7640-4DEE-83EC-558650957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82ADBB-CB0C-44B6-874A-9FE0E6B0B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32C452-D876-41FB-AA00-7B4AC0919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668ED6-8F1B-4FAA-8793-2D5D9D0A6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505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885C01-AA51-407B-BC7B-FE6B4069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AEFE3FC-556C-41B8-BD62-1E94E42D41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658969-AAF7-486A-A3D5-2BF3390E3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215A57-D6ED-4EDA-981D-59434A47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BDCAD1-E41F-4F46-AE84-1BEC50DC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622BF4-68B3-4DA1-A704-FE1D9961C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644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9CAC0-F41F-4E8C-BFBA-980DB4A7B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5F3A00-B109-4376-AA48-5E7B5464E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743BB4-F08C-4048-8C8F-28EB79B3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3B118A-D773-438E-9FCC-E98AC84BD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363AA0-21C8-4A59-A8F0-04E217F7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78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F418F2-4099-4266-AA90-9B0C225B8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9F3734-B5CF-47EC-8D79-5D639BDEA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EC87E-D5AB-43A7-8022-58A66741C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430F32-9B8D-4781-90FC-B1778C6F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943733-2338-4CB3-ADB4-CEECF89A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74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8B2DF7-6E62-4A2B-93E3-D9F1E95C9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96D0E9-8EC4-42DB-9B37-47D449A17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151153-4AB9-4CFA-8ABD-245697E91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2A08C-EF94-4A6B-BD12-6461CB40CEE6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9DED0B-BA23-4D49-9944-C420C36E3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BD6E46-082A-488A-B507-08943ECEC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50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1A455CC-6EA2-4AE0-B94B-65979202CBA2}"/>
              </a:ext>
            </a:extLst>
          </p:cNvPr>
          <p:cNvSpPr/>
          <p:nvPr/>
        </p:nvSpPr>
        <p:spPr>
          <a:xfrm>
            <a:off x="0" y="4010"/>
            <a:ext cx="12192000" cy="685398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18760" y="4897120"/>
            <a:ext cx="1459230" cy="358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>
                <a:solidFill>
                  <a:schemeClr val="accent4">
                    <a:lumMod val="50000"/>
                  </a:schemeClr>
                </a:solidFill>
              </a:rPr>
              <a:t>Realy Drone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28900" y="4418996"/>
            <a:ext cx="6934199" cy="45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400" spc="-15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  <a:cs typeface="+mn-cs"/>
              </a:rPr>
              <a:t>중계드론팀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33749" y="1138049"/>
            <a:ext cx="5524500" cy="3075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94080" y="955040"/>
            <a:ext cx="5029200" cy="5029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3972560" y="1412240"/>
            <a:ext cx="2824480" cy="28244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086332" y="2228671"/>
            <a:ext cx="4751622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 dirty="0">
                <a:solidFill>
                  <a:schemeClr val="accent4">
                    <a:lumMod val="50000"/>
                  </a:schemeClr>
                </a:solidFill>
              </a:rPr>
              <a:t>개인 개발환경 구축</a:t>
            </a:r>
            <a:endParaRPr lang="en-US" altLang="ko-KR" sz="3600" spc="-300" dirty="0">
              <a:solidFill>
                <a:schemeClr val="accent4">
                  <a:lumMod val="50000"/>
                </a:schemeClr>
              </a:solidFill>
            </a:endParaRPr>
          </a:p>
          <a:p>
            <a:pPr lvl="0">
              <a:defRPr/>
            </a:pPr>
            <a:r>
              <a:rPr lang="ko-KR" altLang="en-US" sz="3600" spc="-300" dirty="0">
                <a:solidFill>
                  <a:schemeClr val="accent4">
                    <a:lumMod val="50000"/>
                  </a:schemeClr>
                </a:solidFill>
              </a:rPr>
              <a:t>                     도중 문제 발생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0800" y="3100308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1800" spc="-30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27376" y="1633249"/>
            <a:ext cx="665567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6600" b="1" dirty="0">
                <a:solidFill>
                  <a:schemeClr val="accent5">
                    <a:lumMod val="90000"/>
                  </a:schemeClr>
                </a:solidFill>
              </a:rPr>
              <a:t>1</a:t>
            </a:r>
            <a:endParaRPr lang="ko-KR" altLang="en-US" sz="6600" b="1" dirty="0">
              <a:solidFill>
                <a:schemeClr val="accent5">
                  <a:lumMod val="90000"/>
                </a:schemeClr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9150" y="1800224"/>
            <a:ext cx="5837209" cy="38671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121920"/>
            <a:ext cx="330731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b="0" spc="-300" dirty="0">
                <a:solidFill>
                  <a:schemeClr val="accent4">
                    <a:lumMod val="50000"/>
                  </a:schemeClr>
                </a:solidFill>
              </a:rPr>
              <a:t>개인 개발환경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211" cy="818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chemeClr val="accent4"/>
                </a:solidFill>
              </a:rPr>
              <a:t>1</a:t>
            </a:r>
            <a:endParaRPr lang="ko-KR" altLang="en-US" sz="4800" b="1">
              <a:solidFill>
                <a:schemeClr val="accent4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60000" y="1365804"/>
            <a:ext cx="11538856" cy="46407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67394" y="3194958"/>
            <a:ext cx="2143125" cy="2143125"/>
          </a:xfrm>
          <a:prstGeom prst="rect">
            <a:avLst/>
          </a:prstGeom>
        </p:spPr>
      </p:pic>
      <p:pic>
        <p:nvPicPr>
          <p:cNvPr id="11" name="그림 10" descr="클립아트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417011" y="3194957"/>
            <a:ext cx="2060509" cy="2143125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4"/>
          <a:srcRect l="19960" r="20630"/>
          <a:stretch>
            <a:fillRect/>
          </a:stretch>
        </p:blipFill>
        <p:spPr>
          <a:xfrm>
            <a:off x="6129428" y="3131578"/>
            <a:ext cx="2320032" cy="220980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5"/>
          <a:srcRect l="26200" t="13820" r="25710" b="10240"/>
          <a:stretch>
            <a:fillRect/>
          </a:stretch>
        </p:blipFill>
        <p:spPr>
          <a:xfrm>
            <a:off x="9218776" y="3134875"/>
            <a:ext cx="2372686" cy="2203207"/>
          </a:xfrm>
          <a:prstGeom prst="rect">
            <a:avLst/>
          </a:prstGeom>
        </p:spPr>
      </p:pic>
      <p:sp>
        <p:nvSpPr>
          <p:cNvPr id="26" name="직사각형 25"/>
          <p:cNvSpPr/>
          <p:nvPr/>
        </p:nvSpPr>
        <p:spPr>
          <a:xfrm>
            <a:off x="667394" y="2219822"/>
            <a:ext cx="2143125" cy="7575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VScode</a:t>
            </a:r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3417012" y="2219822"/>
            <a:ext cx="2060509" cy="7575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Arm gcc </a:t>
            </a:r>
            <a:r>
              <a:rPr lang="ko-KR" altLang="en-US"/>
              <a:t>컴파일러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6096000" y="2216982"/>
            <a:ext cx="2353460" cy="7575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CMAKE</a:t>
            </a:r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9238002" y="2216982"/>
            <a:ext cx="2353460" cy="7575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PYTHON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199423" y="205472"/>
            <a:ext cx="330731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개인 개발환경 구축</a:t>
            </a:r>
            <a:endParaRPr lang="ko-KR" altLang="en-US" sz="3200" b="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12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60000" y="1468603"/>
            <a:ext cx="11538856" cy="46407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0225DED-6FB7-4F6E-9BD7-ABE26131E3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330" t="4261" r="7758" b="26461"/>
          <a:stretch/>
        </p:blipFill>
        <p:spPr>
          <a:xfrm>
            <a:off x="2942524" y="1297446"/>
            <a:ext cx="8889476" cy="4751109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48E8E09-904D-4699-B476-6250D3F70545}"/>
              </a:ext>
            </a:extLst>
          </p:cNvPr>
          <p:cNvSpPr/>
          <p:nvPr/>
        </p:nvSpPr>
        <p:spPr>
          <a:xfrm>
            <a:off x="4506012" y="3101419"/>
            <a:ext cx="1589988" cy="1979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91046CF-A535-4C3B-A91D-2CBC425C8F60}"/>
              </a:ext>
            </a:extLst>
          </p:cNvPr>
          <p:cNvSpPr/>
          <p:nvPr/>
        </p:nvSpPr>
        <p:spPr>
          <a:xfrm>
            <a:off x="4506012" y="3667231"/>
            <a:ext cx="1589988" cy="1979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DF10E06F-7CFA-4DB9-A807-7EC342A233A8}"/>
              </a:ext>
            </a:extLst>
          </p:cNvPr>
          <p:cNvSpPr/>
          <p:nvPr/>
        </p:nvSpPr>
        <p:spPr>
          <a:xfrm rot="19799803">
            <a:off x="2911081" y="3882674"/>
            <a:ext cx="1489435" cy="27337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F55F308-0B03-4FE6-BD1E-4B031A93E226}"/>
              </a:ext>
            </a:extLst>
          </p:cNvPr>
          <p:cNvSpPr/>
          <p:nvPr/>
        </p:nvSpPr>
        <p:spPr>
          <a:xfrm>
            <a:off x="474482" y="4178430"/>
            <a:ext cx="4826524" cy="13291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예제 파일이 아닌 우리만의 프로젝트를 진행하기 위해 새로운 폴더를 만들어서 코드작성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199423" y="205472"/>
            <a:ext cx="330731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개인 개발환경 구축</a:t>
            </a:r>
            <a:endParaRPr lang="ko-KR" altLang="en-US" sz="3200" b="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12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60000" y="1468603"/>
            <a:ext cx="11538856" cy="46407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A458460-0C60-4747-8782-5FFA84B523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26" t="4537" r="39072" b="35257"/>
          <a:stretch/>
        </p:blipFill>
        <p:spPr>
          <a:xfrm>
            <a:off x="6023727" y="1822268"/>
            <a:ext cx="4986780" cy="412894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053A43-A018-4947-96CF-86FB1BC4B536}"/>
              </a:ext>
            </a:extLst>
          </p:cNvPr>
          <p:cNvSpPr/>
          <p:nvPr/>
        </p:nvSpPr>
        <p:spPr>
          <a:xfrm>
            <a:off x="1181493" y="2592372"/>
            <a:ext cx="4232635" cy="14045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헤더파일에서 오류가 뜨는 문제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계속 발생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B856315E-1DB2-495F-BDB9-FD388495A71C}"/>
              </a:ext>
            </a:extLst>
          </p:cNvPr>
          <p:cNvSpPr/>
          <p:nvPr/>
        </p:nvSpPr>
        <p:spPr>
          <a:xfrm>
            <a:off x="4996206" y="2997724"/>
            <a:ext cx="1206631" cy="35366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132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94080" y="955040"/>
            <a:ext cx="5029200" cy="5029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3972560" y="1412240"/>
            <a:ext cx="2824480" cy="28244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8333818" y="2741245"/>
            <a:ext cx="196560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>
                <a:solidFill>
                  <a:schemeClr val="accent4">
                    <a:lumMod val="50000"/>
                  </a:schemeClr>
                </a:solidFill>
              </a:rPr>
              <a:t>문제 해결</a:t>
            </a:r>
            <a:endParaRPr lang="ko-KR" altLang="en-US" sz="360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70800" y="3100308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1800" spc="-30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27376" y="1633249"/>
            <a:ext cx="665567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6600" b="1" dirty="0">
                <a:solidFill>
                  <a:schemeClr val="accent5">
                    <a:lumMod val="90000"/>
                  </a:schemeClr>
                </a:solidFill>
              </a:rPr>
              <a:t>2</a:t>
            </a:r>
            <a:endParaRPr lang="ko-KR" altLang="en-US" sz="6600" b="1" dirty="0">
              <a:solidFill>
                <a:schemeClr val="accent5">
                  <a:lumMod val="90000"/>
                </a:schemeClr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9150" y="1800224"/>
            <a:ext cx="5837209" cy="386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8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199423" y="205472"/>
            <a:ext cx="17459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문제 해결</a:t>
            </a:r>
            <a:endParaRPr lang="ko-KR" altLang="en-US" sz="3200" b="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12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60000" y="1468603"/>
            <a:ext cx="11538856" cy="46407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A458460-0C60-4747-8782-5FFA84B523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26" t="4537" r="39072" b="35257"/>
          <a:stretch/>
        </p:blipFill>
        <p:spPr>
          <a:xfrm>
            <a:off x="6023727" y="1822268"/>
            <a:ext cx="4986780" cy="412894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053A43-A018-4947-96CF-86FB1BC4B536}"/>
              </a:ext>
            </a:extLst>
          </p:cNvPr>
          <p:cNvSpPr/>
          <p:nvPr/>
        </p:nvSpPr>
        <p:spPr>
          <a:xfrm>
            <a:off x="1181493" y="2592372"/>
            <a:ext cx="4232635" cy="14045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피코전용</a:t>
            </a:r>
            <a:r>
              <a:rPr lang="ko-KR" altLang="en-US" dirty="0">
                <a:solidFill>
                  <a:schemeClr val="tx1"/>
                </a:solidFill>
              </a:rPr>
              <a:t> 헤더파일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B856315E-1DB2-495F-BDB9-FD388495A71C}"/>
              </a:ext>
            </a:extLst>
          </p:cNvPr>
          <p:cNvSpPr/>
          <p:nvPr/>
        </p:nvSpPr>
        <p:spPr>
          <a:xfrm>
            <a:off x="4996206" y="2997724"/>
            <a:ext cx="1206631" cy="35366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624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199423" y="205472"/>
            <a:ext cx="17459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문제 해결</a:t>
            </a:r>
            <a:endParaRPr lang="ko-KR" altLang="en-US" sz="3200" b="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12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60000" y="1468603"/>
            <a:ext cx="11538856" cy="46407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A458460-0C60-4747-8782-5FFA84B523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26" t="4537" r="39072" b="35257"/>
          <a:stretch/>
        </p:blipFill>
        <p:spPr>
          <a:xfrm>
            <a:off x="6023727" y="1822268"/>
            <a:ext cx="4986780" cy="412894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053A43-A018-4947-96CF-86FB1BC4B536}"/>
              </a:ext>
            </a:extLst>
          </p:cNvPr>
          <p:cNvSpPr/>
          <p:nvPr/>
        </p:nvSpPr>
        <p:spPr>
          <a:xfrm>
            <a:off x="1181493" y="2592372"/>
            <a:ext cx="4232635" cy="14045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피코전용</a:t>
            </a:r>
            <a:r>
              <a:rPr lang="ko-KR" altLang="en-US" dirty="0">
                <a:solidFill>
                  <a:schemeClr val="tx1"/>
                </a:solidFill>
              </a:rPr>
              <a:t> 헤더파일을 불러오려면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pico-</a:t>
            </a:r>
            <a:r>
              <a:rPr lang="en-US" altLang="ko-KR" dirty="0" err="1">
                <a:solidFill>
                  <a:schemeClr val="tx1"/>
                </a:solidFill>
              </a:rPr>
              <a:t>sdk</a:t>
            </a:r>
            <a:r>
              <a:rPr lang="ko-KR" altLang="en-US" dirty="0">
                <a:solidFill>
                  <a:schemeClr val="tx1"/>
                </a:solidFill>
              </a:rPr>
              <a:t>를 사용해서 </a:t>
            </a:r>
            <a:r>
              <a:rPr lang="ko-KR" altLang="en-US" dirty="0" err="1">
                <a:solidFill>
                  <a:schemeClr val="tx1"/>
                </a:solidFill>
              </a:rPr>
              <a:t>불러와야한다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B856315E-1DB2-495F-BDB9-FD388495A71C}"/>
              </a:ext>
            </a:extLst>
          </p:cNvPr>
          <p:cNvSpPr/>
          <p:nvPr/>
        </p:nvSpPr>
        <p:spPr>
          <a:xfrm>
            <a:off x="4996206" y="2997724"/>
            <a:ext cx="1206631" cy="35366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660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199423" y="205472"/>
            <a:ext cx="17459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문제 해결</a:t>
            </a:r>
            <a:endParaRPr lang="ko-KR" altLang="en-US" sz="3200" b="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12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60000" y="1468603"/>
            <a:ext cx="11538856" cy="46407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053A43-A018-4947-96CF-86FB1BC4B536}"/>
              </a:ext>
            </a:extLst>
          </p:cNvPr>
          <p:cNvSpPr/>
          <p:nvPr/>
        </p:nvSpPr>
        <p:spPr>
          <a:xfrm>
            <a:off x="1181493" y="2592372"/>
            <a:ext cx="4232635" cy="14045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피코전용</a:t>
            </a:r>
            <a:r>
              <a:rPr lang="ko-KR" altLang="en-US" dirty="0">
                <a:solidFill>
                  <a:schemeClr val="tx1"/>
                </a:solidFill>
              </a:rPr>
              <a:t> 헤더파일을 불러오려면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저번에 다운받았던 </a:t>
            </a:r>
            <a:r>
              <a:rPr lang="en-US" altLang="ko-KR" dirty="0">
                <a:solidFill>
                  <a:schemeClr val="tx1"/>
                </a:solidFill>
              </a:rPr>
              <a:t>pico-</a:t>
            </a:r>
            <a:r>
              <a:rPr lang="en-US" altLang="ko-KR" dirty="0" err="1">
                <a:solidFill>
                  <a:schemeClr val="tx1"/>
                </a:solidFill>
              </a:rPr>
              <a:t>sdk</a:t>
            </a:r>
            <a:r>
              <a:rPr lang="ko-KR" altLang="en-US" dirty="0">
                <a:solidFill>
                  <a:schemeClr val="tx1"/>
                </a:solidFill>
              </a:rPr>
              <a:t>를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불러와야한다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9B54F7C-0A55-4E97-8D68-F7FFC24A69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010" t="6781" r="15825" b="5416"/>
          <a:stretch/>
        </p:blipFill>
        <p:spPr>
          <a:xfrm>
            <a:off x="5749047" y="1401237"/>
            <a:ext cx="5544766" cy="4708108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F5FD29A9-FD44-4B30-8529-230CAF474E9C}"/>
              </a:ext>
            </a:extLst>
          </p:cNvPr>
          <p:cNvSpPr/>
          <p:nvPr/>
        </p:nvSpPr>
        <p:spPr>
          <a:xfrm>
            <a:off x="6528791" y="1122148"/>
            <a:ext cx="1342417" cy="57882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37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199423" y="205472"/>
            <a:ext cx="17459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문제 해결</a:t>
            </a:r>
            <a:endParaRPr lang="ko-KR" altLang="en-US" sz="3200" b="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12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60000" y="1681831"/>
            <a:ext cx="11538856" cy="46407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053A43-A018-4947-96CF-86FB1BC4B536}"/>
              </a:ext>
            </a:extLst>
          </p:cNvPr>
          <p:cNvSpPr/>
          <p:nvPr/>
        </p:nvSpPr>
        <p:spPr>
          <a:xfrm>
            <a:off x="1181493" y="2592372"/>
            <a:ext cx="4232635" cy="14045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그리고 각각의 헤더파일을 </a:t>
            </a:r>
            <a:r>
              <a:rPr lang="en-US" altLang="ko-KR" dirty="0">
                <a:solidFill>
                  <a:schemeClr val="tx1"/>
                </a:solidFill>
              </a:rPr>
              <a:t>CmakeLists.txt</a:t>
            </a:r>
            <a:r>
              <a:rPr lang="ko-KR" altLang="en-US" dirty="0">
                <a:solidFill>
                  <a:schemeClr val="tx1"/>
                </a:solidFill>
              </a:rPr>
              <a:t> 에 추가해 주어야한다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563FCA3-0EFB-4E65-8E5C-230FB6033F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452" t="6099" r="31223" b="43293"/>
          <a:stretch/>
        </p:blipFill>
        <p:spPr>
          <a:xfrm>
            <a:off x="5728386" y="2053634"/>
            <a:ext cx="5282121" cy="3470679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F5FD29A9-FD44-4B30-8529-230CAF474E9C}"/>
              </a:ext>
            </a:extLst>
          </p:cNvPr>
          <p:cNvSpPr/>
          <p:nvPr/>
        </p:nvSpPr>
        <p:spPr>
          <a:xfrm>
            <a:off x="5614391" y="1852988"/>
            <a:ext cx="1342417" cy="6195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147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199423" y="205472"/>
            <a:ext cx="17459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문제 해결</a:t>
            </a:r>
            <a:endParaRPr lang="ko-KR" altLang="en-US" sz="3200" b="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12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60000" y="1681831"/>
            <a:ext cx="11538856" cy="46407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053A43-A018-4947-96CF-86FB1BC4B536}"/>
              </a:ext>
            </a:extLst>
          </p:cNvPr>
          <p:cNvSpPr/>
          <p:nvPr/>
        </p:nvSpPr>
        <p:spPr>
          <a:xfrm>
            <a:off x="1181493" y="2592372"/>
            <a:ext cx="4232635" cy="14045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그리고 각각의 헤더파일을 </a:t>
            </a:r>
            <a:r>
              <a:rPr lang="en-US" altLang="ko-KR" dirty="0">
                <a:solidFill>
                  <a:schemeClr val="tx1"/>
                </a:solidFill>
              </a:rPr>
              <a:t>CmakeLists.txt</a:t>
            </a:r>
            <a:r>
              <a:rPr lang="ko-KR" altLang="en-US" dirty="0">
                <a:solidFill>
                  <a:schemeClr val="tx1"/>
                </a:solidFill>
              </a:rPr>
              <a:t> 에 추가해 주어야한다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563FCA3-0EFB-4E65-8E5C-230FB6033F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452" t="6099" r="31223" b="43293"/>
          <a:stretch/>
        </p:blipFill>
        <p:spPr>
          <a:xfrm>
            <a:off x="5728386" y="2053634"/>
            <a:ext cx="5282121" cy="3470679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F5FD29A9-FD44-4B30-8529-230CAF474E9C}"/>
              </a:ext>
            </a:extLst>
          </p:cNvPr>
          <p:cNvSpPr/>
          <p:nvPr/>
        </p:nvSpPr>
        <p:spPr>
          <a:xfrm>
            <a:off x="5614391" y="1852988"/>
            <a:ext cx="1342417" cy="6195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268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YELLOW_">
      <a:dk1>
        <a:sysClr val="windowText" lastClr="000000"/>
      </a:dk1>
      <a:lt1>
        <a:sysClr val="window" lastClr="FFFFFF"/>
      </a:lt1>
      <a:dk2>
        <a:srgbClr val="7F7F7F"/>
      </a:dk2>
      <a:lt2>
        <a:srgbClr val="E7E6E6"/>
      </a:lt2>
      <a:accent1>
        <a:srgbClr val="FBCE01"/>
      </a:accent1>
      <a:accent2>
        <a:srgbClr val="FDDE45"/>
      </a:accent2>
      <a:accent3>
        <a:srgbClr val="D8BEA7"/>
      </a:accent3>
      <a:accent4>
        <a:srgbClr val="A6A7A9"/>
      </a:accent4>
      <a:accent5>
        <a:srgbClr val="EDE5D5"/>
      </a:accent5>
      <a:accent6>
        <a:srgbClr val="FCFBF7"/>
      </a:accent6>
      <a:hlink>
        <a:srgbClr val="595959"/>
      </a:hlink>
      <a:folHlink>
        <a:srgbClr val="595959"/>
      </a:folHlink>
    </a:clrScheme>
    <a:fontScheme name="요즘 유행 스타일">
      <a:majorFont>
        <a:latin typeface="Arial Nova"/>
        <a:ea typeface="나눔스퀘어 Bold"/>
        <a:cs typeface=""/>
      </a:majorFont>
      <a:minorFont>
        <a:latin typeface="Arial Nova"/>
        <a:ea typeface="나눔스퀘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102</Words>
  <Application>Microsoft Office PowerPoint</Application>
  <PresentationFormat>와이드스크린</PresentationFormat>
  <Paragraphs>38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나눔스퀘어 Bold</vt:lpstr>
      <vt:lpstr>Arial</vt:lpstr>
      <vt:lpstr>Arial Nova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yun-sung ho</cp:lastModifiedBy>
  <cp:revision>107</cp:revision>
  <dcterms:created xsi:type="dcterms:W3CDTF">2020-12-13T00:02:47Z</dcterms:created>
  <dcterms:modified xsi:type="dcterms:W3CDTF">2021-11-29T03:21:45Z</dcterms:modified>
  <cp:version>1000.0000.01</cp:version>
</cp:coreProperties>
</file>