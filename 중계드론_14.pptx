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sldIdLst>
    <p:sldId id="256" r:id="rId2"/>
    <p:sldId id="257" r:id="rId3"/>
    <p:sldId id="308" r:id="rId4"/>
    <p:sldId id="309" r:id="rId5"/>
    <p:sldId id="310" r:id="rId6"/>
    <p:sldId id="311" r:id="rId7"/>
    <p:sldId id="312" r:id="rId8"/>
    <p:sldId id="313" r:id="rId9"/>
    <p:sldId id="31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DFC1"/>
    <a:srgbClr val="1FDCE1"/>
    <a:srgbClr val="0099FF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6353" autoAdjust="0"/>
  </p:normalViewPr>
  <p:slideViewPr>
    <p:cSldViewPr snapToGrid="0">
      <p:cViewPr varScale="1">
        <p:scale>
          <a:sx n="110" d="100"/>
          <a:sy n="110" d="100"/>
        </p:scale>
        <p:origin x="618" y="108"/>
      </p:cViewPr>
      <p:guideLst>
        <p:guide orient="horz" pos="215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47E50-E1BE-480A-87A8-31EC9BBD8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98C10D-08E3-4BAD-9934-8623B726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EF337-0B82-4E6E-A636-4640546A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DCEE0-D808-4C09-8260-F97C6D631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10E8C-7085-4648-A3C3-F6E664440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1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E4C23-F907-4E6D-A491-3D7E5A99F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0C1AD-66F4-430A-B930-3163AEAD9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02AC3-7DE4-46A2-B764-30A30748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7FC80-1F56-4F6E-9B34-F355FC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599F24-16F4-4B2A-B6BB-DDEEA369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2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9E811-F132-4E2A-B962-E695376C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CAD16-C84A-4C83-ACD0-F824C4328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26D91-5322-4173-91CB-E5C6F0708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B30F-648A-4D07-9DC7-26E4BE3D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3AE05-90BC-443E-A190-1A57A203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5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0D81D-90B7-43D9-887E-B2224E9D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C520-4AB0-4381-B939-F402DFD7C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1DA69-FDC7-448A-9C68-184A03994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2B867-2677-4DAC-8963-CA61B6680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15F40-C02C-4EAB-9CEA-056056AE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52D15-5286-419B-9A8A-872F3A6B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0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062D3-9ECA-45BD-BD87-07F7D9C0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69A32D-8825-44A7-8DF3-ECDAB1F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8DB7C6-FFE4-4520-9751-FD143BCD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11589-9358-41A3-86E8-218AC545F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3D2F7A-B09C-494D-AABB-14431B44A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0A92DC-AB6E-4BE9-BCF3-AFB36D7E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F46119-1B1F-465A-B088-85118B4F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FA819E-4A6E-45C9-A382-46BAE10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94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25014-2BAD-4B22-953E-28B4B4D0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03112B-E2F7-4884-ADDF-9B4D49A14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3BF32F-66A8-43A7-88BB-D22806E5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AB36C3-026A-459F-8BFC-475C8EBC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5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4CBDD4-DD57-4EC6-BFEF-9D8267D77E22}"/>
              </a:ext>
            </a:extLst>
          </p:cNvPr>
          <p:cNvSpPr txBox="1"/>
          <p:nvPr userDrawn="1"/>
        </p:nvSpPr>
        <p:spPr>
          <a:xfrm>
            <a:off x="9964905" y="658213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2AC692-7268-4D95-8F19-722C37C7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B42C91-C67F-4DFF-B144-EA7ED7DD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7D9541-A6B9-4942-BC4A-7EC0EA31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993E7-E5B8-4992-AF88-BE5E069D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9E56B5-89D6-4434-AFE2-10910E64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9E89AE-7640-4DEE-83EC-558650957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82ADBB-CB0C-44B6-874A-9FE0E6B0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32C452-D876-41FB-AA00-7B4AC091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68ED6-8F1B-4FAA-8793-2D5D9D0A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0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885C01-AA51-407B-BC7B-FE6B4069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EFE3FC-556C-41B8-BD62-1E94E42D4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58969-AAF7-486A-A3D5-2BF3390E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215A57-D6ED-4EDA-981D-59434A4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DCAD1-E41F-4F46-AE84-1BEC50DC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22BF4-68B3-4DA1-A704-FE1D9961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CAC0-F41F-4E8C-BFBA-980DB4A7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F3A00-B109-4376-AA48-5E7B5464E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43BB4-F08C-4048-8C8F-28EB79B3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B118A-D773-438E-9FCC-E98AC84B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363AA0-21C8-4A59-A8F0-04E217F7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78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F418F2-4099-4266-AA90-9B0C225B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9F3734-B5CF-47EC-8D79-5D639BDE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EC87E-D5AB-43A7-8022-58A66741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30F32-9B8D-4781-90FC-B1778C6F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43733-2338-4CB3-ADB4-CEECF89A4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8B2DF7-6E62-4A2B-93E3-D9F1E95C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96D0E9-8EC4-42DB-9B37-47D449A1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51153-4AB9-4CFA-8ABD-245697E91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2A08C-EF94-4A6B-BD12-6461CB40CEE6}" type="datetimeFigureOut">
              <a:rPr lang="ko-KR" altLang="en-US" smtClean="0"/>
              <a:t>2022-02-15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9DED0B-BA23-4D49-9944-C420C36E3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D6E46-082A-488A-B507-08943ECEC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9B66E-A506-4F32-84E5-F344782BD9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0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1A455CC-6EA2-4AE0-B94B-65979202CBA2}"/>
              </a:ext>
            </a:extLst>
          </p:cNvPr>
          <p:cNvSpPr/>
          <p:nvPr/>
        </p:nvSpPr>
        <p:spPr>
          <a:xfrm>
            <a:off x="0" y="4010"/>
            <a:ext cx="12192000" cy="6853989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18760" y="4897120"/>
            <a:ext cx="1459230" cy="358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>
                <a:solidFill>
                  <a:schemeClr val="accent4">
                    <a:lumMod val="50000"/>
                  </a:schemeClr>
                </a:solidFill>
              </a:rPr>
              <a:t>Realy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900" y="4418996"/>
            <a:ext cx="6934199" cy="4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 spc="-15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  <a:cs typeface="+mn-cs"/>
              </a:rPr>
              <a:t>중계드론팀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33749" y="1138049"/>
            <a:ext cx="5524500" cy="3075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94080" y="955040"/>
            <a:ext cx="5029200" cy="5029200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972560" y="1412240"/>
            <a:ext cx="2824480" cy="28244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86332" y="2228671"/>
            <a:ext cx="238879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600" spc="-300" dirty="0">
                <a:solidFill>
                  <a:schemeClr val="accent4">
                    <a:lumMod val="50000"/>
                  </a:schemeClr>
                </a:solidFill>
              </a:rPr>
              <a:t>데이터 전송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0800" y="3100308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 sz="1800" spc="-30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7376" y="1633249"/>
            <a:ext cx="66556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rgbClr val="63DFC1"/>
                </a:solidFill>
              </a:rPr>
              <a:t>1</a:t>
            </a:r>
            <a:endParaRPr lang="ko-KR" altLang="en-US" sz="6600" b="1" dirty="0">
              <a:solidFill>
                <a:srgbClr val="63DFC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9150" y="1800224"/>
            <a:ext cx="5837209" cy="38671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45218" y="889208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-1" y="889208"/>
            <a:ext cx="1145219" cy="108000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234464"/>
            <a:ext cx="22894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변화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조종기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577F16E-394A-4EE7-8A03-E847667C5B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7" t="1000" r="3581" b="2689"/>
          <a:stretch/>
        </p:blipFill>
        <p:spPr>
          <a:xfrm>
            <a:off x="185880" y="1026437"/>
            <a:ext cx="4421632" cy="575303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C4D8407-5FBB-4746-9296-CF419E9C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70" y="4175252"/>
            <a:ext cx="3887422" cy="268274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A9D8D6E-52C8-40DC-9758-775DC960E5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686" b="24285"/>
          <a:stretch/>
        </p:blipFill>
        <p:spPr>
          <a:xfrm>
            <a:off x="7162670" y="330940"/>
            <a:ext cx="4657531" cy="411677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071CB6D-EC92-47A7-8F90-7E99588FB1B6}"/>
              </a:ext>
            </a:extLst>
          </p:cNvPr>
          <p:cNvSpPr/>
          <p:nvPr/>
        </p:nvSpPr>
        <p:spPr>
          <a:xfrm>
            <a:off x="1880457" y="5968792"/>
            <a:ext cx="5171924" cy="735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지정 함수를 만들어 수정과 가독성 높임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출력만을 위한 로그를 작성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B3D0B297-C380-453E-81D3-8F9FCA2EEA16}"/>
              </a:ext>
            </a:extLst>
          </p:cNvPr>
          <p:cNvSpPr/>
          <p:nvPr/>
        </p:nvSpPr>
        <p:spPr>
          <a:xfrm>
            <a:off x="5033639" y="3116062"/>
            <a:ext cx="1722268" cy="1207363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26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45218" y="889208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-1" y="889208"/>
            <a:ext cx="1145219" cy="108000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234464"/>
            <a:ext cx="21804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변화 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중계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2AC4219-EAA5-4C7F-B166-824C3BD49F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55" r="33337" b="21211"/>
          <a:stretch/>
        </p:blipFill>
        <p:spPr>
          <a:xfrm>
            <a:off x="114858" y="1191465"/>
            <a:ext cx="3729173" cy="52555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FC45A27-2374-4754-9635-CA98A1B704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25" b="4021"/>
          <a:stretch/>
        </p:blipFill>
        <p:spPr>
          <a:xfrm>
            <a:off x="4025218" y="997207"/>
            <a:ext cx="2770755" cy="544983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74A9E8-CE11-4673-981D-B268C6019AA4}"/>
              </a:ext>
            </a:extLst>
          </p:cNvPr>
          <p:cNvSpPr/>
          <p:nvPr/>
        </p:nvSpPr>
        <p:spPr>
          <a:xfrm>
            <a:off x="6905218" y="3311370"/>
            <a:ext cx="5171924" cy="1589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출력신호 자리수가 일정하지 않아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 err="1">
                <a:solidFill>
                  <a:schemeClr val="tx1"/>
                </a:solidFill>
              </a:rPr>
              <a:t>슬라이싱하여</a:t>
            </a:r>
            <a:r>
              <a:rPr lang="ko-KR" altLang="en-US" dirty="0">
                <a:solidFill>
                  <a:schemeClr val="tx1"/>
                </a:solidFill>
              </a:rPr>
              <a:t> 원하는 값을 </a:t>
            </a:r>
            <a:r>
              <a:rPr lang="ko-KR" altLang="en-US" dirty="0" err="1">
                <a:solidFill>
                  <a:schemeClr val="tx1"/>
                </a:solidFill>
              </a:rPr>
              <a:t>뽑아내기</a:t>
            </a:r>
            <a:r>
              <a:rPr lang="ko-KR" altLang="en-US" dirty="0">
                <a:solidFill>
                  <a:schemeClr val="tx1"/>
                </a:solidFill>
              </a:rPr>
              <a:t> 어렵다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BED726-DBA3-43C8-9B51-EC8342A2E1F5}"/>
              </a:ext>
            </a:extLst>
          </p:cNvPr>
          <p:cNvSpPr/>
          <p:nvPr/>
        </p:nvSpPr>
        <p:spPr>
          <a:xfrm>
            <a:off x="6905218" y="2121763"/>
            <a:ext cx="5171924" cy="622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값 사이에 </a:t>
            </a:r>
            <a:r>
              <a:rPr lang="en-US" altLang="ko-KR" dirty="0">
                <a:solidFill>
                  <a:schemeClr val="tx1"/>
                </a:solidFill>
              </a:rPr>
              <a:t>A </a:t>
            </a:r>
            <a:r>
              <a:rPr lang="ko-KR" altLang="en-US" dirty="0">
                <a:solidFill>
                  <a:schemeClr val="tx1"/>
                </a:solidFill>
              </a:rPr>
              <a:t>문자를 넣어 구분</a:t>
            </a:r>
          </a:p>
        </p:txBody>
      </p:sp>
    </p:spTree>
    <p:extLst>
      <p:ext uri="{BB962C8B-B14F-4D97-AF65-F5344CB8AC3E}">
        <p14:creationId xmlns:p14="http://schemas.microsoft.com/office/powerpoint/2010/main" val="259430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45218" y="889208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-1" y="889208"/>
            <a:ext cx="1145219" cy="108000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234464"/>
            <a:ext cx="21804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변화 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중계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1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74A9E8-CE11-4673-981D-B268C6019AA4}"/>
              </a:ext>
            </a:extLst>
          </p:cNvPr>
          <p:cNvSpPr/>
          <p:nvPr/>
        </p:nvSpPr>
        <p:spPr>
          <a:xfrm>
            <a:off x="6905217" y="3449138"/>
            <a:ext cx="5171924" cy="1589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출력신호 자리수가 일정하게 나와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 err="1">
                <a:solidFill>
                  <a:schemeClr val="tx1"/>
                </a:solidFill>
              </a:rPr>
              <a:t>슬라이싱하여</a:t>
            </a:r>
            <a:r>
              <a:rPr lang="ko-KR" altLang="en-US" dirty="0">
                <a:solidFill>
                  <a:schemeClr val="tx1"/>
                </a:solidFill>
              </a:rPr>
              <a:t> 원하는 값을 뽑아낼 수 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BED726-DBA3-43C8-9B51-EC8342A2E1F5}"/>
              </a:ext>
            </a:extLst>
          </p:cNvPr>
          <p:cNvSpPr/>
          <p:nvPr/>
        </p:nvSpPr>
        <p:spPr>
          <a:xfrm>
            <a:off x="6905217" y="1278384"/>
            <a:ext cx="5171924" cy="13582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err="1">
                <a:solidFill>
                  <a:schemeClr val="tx1"/>
                </a:solidFill>
              </a:rPr>
              <a:t>Sprintf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함수를 사용하여 정수를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문자열로 변환하여 </a:t>
            </a:r>
            <a:r>
              <a:rPr lang="ko-KR" altLang="en-US" dirty="0" err="1">
                <a:solidFill>
                  <a:schemeClr val="tx1"/>
                </a:solidFill>
              </a:rPr>
              <a:t>자리수를</a:t>
            </a:r>
            <a:r>
              <a:rPr lang="ko-KR" altLang="en-US" dirty="0">
                <a:solidFill>
                  <a:schemeClr val="tx1"/>
                </a:solidFill>
              </a:rPr>
              <a:t> 맞춘다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C97E7F0-3CF6-4716-9808-E0269FAE52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92" r="29641" b="19158"/>
          <a:stretch/>
        </p:blipFill>
        <p:spPr>
          <a:xfrm>
            <a:off x="2590" y="1155551"/>
            <a:ext cx="3968005" cy="51331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83CD420-A4EE-4284-B807-F91B18A8AB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741" t="7272" b="3861"/>
          <a:stretch/>
        </p:blipFill>
        <p:spPr>
          <a:xfrm>
            <a:off x="4098197" y="997208"/>
            <a:ext cx="2679418" cy="548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918353F-2498-4841-996C-293F8C88D5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456" b="4462"/>
          <a:stretch/>
        </p:blipFill>
        <p:spPr>
          <a:xfrm>
            <a:off x="5956480" y="947490"/>
            <a:ext cx="6049642" cy="5351977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1145218" y="889208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-1" y="889208"/>
            <a:ext cx="1145219" cy="108000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234464"/>
            <a:ext cx="21804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변화 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중계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2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74A9E8-CE11-4673-981D-B268C6019AA4}"/>
              </a:ext>
            </a:extLst>
          </p:cNvPr>
          <p:cNvSpPr/>
          <p:nvPr/>
        </p:nvSpPr>
        <p:spPr>
          <a:xfrm>
            <a:off x="3619495" y="6214369"/>
            <a:ext cx="7752801" cy="488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문자열로 받은 신호를 다시 정수형으로 변환시키고 </a:t>
            </a:r>
            <a:r>
              <a:rPr lang="ko-KR" altLang="en-US" dirty="0" err="1">
                <a:solidFill>
                  <a:schemeClr val="tx1"/>
                </a:solidFill>
              </a:rPr>
              <a:t>드론으로</a:t>
            </a:r>
            <a:r>
              <a:rPr lang="ko-KR" altLang="en-US" dirty="0">
                <a:solidFill>
                  <a:schemeClr val="tx1"/>
                </a:solidFill>
              </a:rPr>
              <a:t> 보냄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E84AC6-70D8-41D3-99D2-E706D2220B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204"/>
          <a:stretch/>
        </p:blipFill>
        <p:spPr>
          <a:xfrm>
            <a:off x="185878" y="1067177"/>
            <a:ext cx="3098859" cy="563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5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45218" y="889208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-1" y="889208"/>
            <a:ext cx="1145219" cy="108000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234464"/>
            <a:ext cx="21804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변화 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중계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2</a:t>
            </a:r>
            <a:endParaRPr lang="ko-KR" altLang="en-US" sz="3200" spc="-3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74A9E8-CE11-4673-981D-B268C6019AA4}"/>
              </a:ext>
            </a:extLst>
          </p:cNvPr>
          <p:cNvSpPr/>
          <p:nvPr/>
        </p:nvSpPr>
        <p:spPr>
          <a:xfrm>
            <a:off x="6768023" y="5004976"/>
            <a:ext cx="4677238" cy="10096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출력된 값을 확인하면 정확히 신호를 구분하여 가져온 것을 확인할 수 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C7D2920-E5C3-46B6-9CE0-3856F0DF005C}"/>
              </a:ext>
            </a:extLst>
          </p:cNvPr>
          <p:cNvGrpSpPr/>
          <p:nvPr/>
        </p:nvGrpSpPr>
        <p:grpSpPr>
          <a:xfrm>
            <a:off x="274785" y="1118057"/>
            <a:ext cx="5634861" cy="5739943"/>
            <a:chOff x="274785" y="1118057"/>
            <a:chExt cx="5634861" cy="573994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DA96744-1D8A-49A5-A7FE-50E5B25B0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785" y="1118057"/>
              <a:ext cx="5634861" cy="5739943"/>
            </a:xfrm>
            <a:prstGeom prst="rect">
              <a:avLst/>
            </a:prstGeom>
          </p:spPr>
        </p:pic>
        <p:sp>
          <p:nvSpPr>
            <p:cNvPr id="6" name="액자 5">
              <a:extLst>
                <a:ext uri="{FF2B5EF4-FFF2-40B4-BE49-F238E27FC236}">
                  <a16:creationId xmlns:a16="http://schemas.microsoft.com/office/drawing/2014/main" id="{EFF7441A-BED4-4610-9F42-53B58BB82AB9}"/>
                </a:ext>
              </a:extLst>
            </p:cNvPr>
            <p:cNvSpPr/>
            <p:nvPr/>
          </p:nvSpPr>
          <p:spPr>
            <a:xfrm>
              <a:off x="2104009" y="1233996"/>
              <a:ext cx="543020" cy="5469150"/>
            </a:xfrm>
            <a:prstGeom prst="frame">
              <a:avLst>
                <a:gd name="adj1" fmla="val 483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액자 12">
              <a:extLst>
                <a:ext uri="{FF2B5EF4-FFF2-40B4-BE49-F238E27FC236}">
                  <a16:creationId xmlns:a16="http://schemas.microsoft.com/office/drawing/2014/main" id="{FE28E149-B278-4E9A-83F1-B5289F60A04D}"/>
                </a:ext>
              </a:extLst>
            </p:cNvPr>
            <p:cNvSpPr/>
            <p:nvPr/>
          </p:nvSpPr>
          <p:spPr>
            <a:xfrm>
              <a:off x="2620837" y="1233996"/>
              <a:ext cx="559292" cy="5469150"/>
            </a:xfrm>
            <a:prstGeom prst="frame">
              <a:avLst>
                <a:gd name="adj1" fmla="val 5262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액자 13">
              <a:extLst>
                <a:ext uri="{FF2B5EF4-FFF2-40B4-BE49-F238E27FC236}">
                  <a16:creationId xmlns:a16="http://schemas.microsoft.com/office/drawing/2014/main" id="{ACBA56B0-73BA-431A-B147-80CB49A3C45D}"/>
                </a:ext>
              </a:extLst>
            </p:cNvPr>
            <p:cNvSpPr/>
            <p:nvPr/>
          </p:nvSpPr>
          <p:spPr>
            <a:xfrm>
              <a:off x="3155028" y="1233995"/>
              <a:ext cx="146972" cy="5469150"/>
            </a:xfrm>
            <a:prstGeom prst="fram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액자 15">
              <a:extLst>
                <a:ext uri="{FF2B5EF4-FFF2-40B4-BE49-F238E27FC236}">
                  <a16:creationId xmlns:a16="http://schemas.microsoft.com/office/drawing/2014/main" id="{6761ED4A-EAA6-491C-93D1-291AACC809A3}"/>
                </a:ext>
              </a:extLst>
            </p:cNvPr>
            <p:cNvSpPr/>
            <p:nvPr/>
          </p:nvSpPr>
          <p:spPr>
            <a:xfrm>
              <a:off x="3276473" y="1231612"/>
              <a:ext cx="146972" cy="5469150"/>
            </a:xfrm>
            <a:prstGeom prst="fram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637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45218" y="889208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-1" y="889208"/>
            <a:ext cx="1145219" cy="108000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234464"/>
            <a:ext cx="19912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변화  </a:t>
            </a:r>
            <a:r>
              <a:rPr lang="en-US" altLang="ko-KR" sz="3200" spc="-300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74A9E8-CE11-4673-981D-B268C6019AA4}"/>
              </a:ext>
            </a:extLst>
          </p:cNvPr>
          <p:cNvSpPr/>
          <p:nvPr/>
        </p:nvSpPr>
        <p:spPr>
          <a:xfrm>
            <a:off x="6702715" y="3721135"/>
            <a:ext cx="5242446" cy="7220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실시간으로 변화하는 신호를 받는 것이 가능하다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1512AF-713A-4015-BA8B-E7B72FF40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79" y="997208"/>
            <a:ext cx="6391917" cy="610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1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45218" y="889208"/>
            <a:ext cx="5760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-1" y="889208"/>
            <a:ext cx="1145219" cy="108000"/>
          </a:xfrm>
          <a:prstGeom prst="rect">
            <a:avLst/>
          </a:prstGeom>
          <a:solidFill>
            <a:srgbClr val="63DF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19998" y="234464"/>
            <a:ext cx="9284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200" spc="-300" dirty="0">
                <a:solidFill>
                  <a:schemeClr val="accent4">
                    <a:lumMod val="50000"/>
                  </a:schemeClr>
                </a:solidFill>
              </a:rPr>
              <a:t>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879" y="46855"/>
            <a:ext cx="534211" cy="8180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4800" b="1">
                <a:solidFill>
                  <a:schemeClr val="accent4"/>
                </a:solidFill>
              </a:rPr>
              <a:t>1</a:t>
            </a:r>
            <a:endParaRPr lang="ko-KR" altLang="en-US" sz="4800" b="1">
              <a:solidFill>
                <a:schemeClr val="accent4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3ABBFE-0A11-4213-B89A-AD7A6DD5FA0E}"/>
              </a:ext>
            </a:extLst>
          </p:cNvPr>
          <p:cNvSpPr/>
          <p:nvPr/>
        </p:nvSpPr>
        <p:spPr>
          <a:xfrm>
            <a:off x="846272" y="1281253"/>
            <a:ext cx="1429202" cy="1351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정수로 송신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7B2C5B-2A6C-4440-853F-A1CC3208AABE}"/>
              </a:ext>
            </a:extLst>
          </p:cNvPr>
          <p:cNvSpPr/>
          <p:nvPr/>
        </p:nvSpPr>
        <p:spPr>
          <a:xfrm>
            <a:off x="3126376" y="1281253"/>
            <a:ext cx="1182925" cy="13516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정수 수신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8A0C3A-A2F5-4B5D-BFE1-C4065218FC71}"/>
              </a:ext>
            </a:extLst>
          </p:cNvPr>
          <p:cNvSpPr/>
          <p:nvPr/>
        </p:nvSpPr>
        <p:spPr>
          <a:xfrm>
            <a:off x="4329806" y="1281251"/>
            <a:ext cx="2194559" cy="13516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문자열 배열로 변환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D2FE5A-FB61-4C73-BE74-F38B9201AAD5}"/>
              </a:ext>
            </a:extLst>
          </p:cNvPr>
          <p:cNvSpPr/>
          <p:nvPr/>
        </p:nvSpPr>
        <p:spPr>
          <a:xfrm>
            <a:off x="4387667" y="4442463"/>
            <a:ext cx="2736343" cy="1351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문자열로 받은 값을 구간별로 나눔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DF38D0-7420-43E0-B0CD-50DCAD4CDB0B}"/>
              </a:ext>
            </a:extLst>
          </p:cNvPr>
          <p:cNvSpPr/>
          <p:nvPr/>
        </p:nvSpPr>
        <p:spPr>
          <a:xfrm>
            <a:off x="7061609" y="4442462"/>
            <a:ext cx="1854925" cy="1351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정수로 변환 후 송신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DD36EE-95B8-4281-A600-6ABE2BD98AEF}"/>
              </a:ext>
            </a:extLst>
          </p:cNvPr>
          <p:cNvSpPr/>
          <p:nvPr/>
        </p:nvSpPr>
        <p:spPr>
          <a:xfrm>
            <a:off x="846273" y="2632858"/>
            <a:ext cx="1429201" cy="5442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조종기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A5B911-244E-4A69-973C-B90A218574FF}"/>
              </a:ext>
            </a:extLst>
          </p:cNvPr>
          <p:cNvSpPr/>
          <p:nvPr/>
        </p:nvSpPr>
        <p:spPr>
          <a:xfrm>
            <a:off x="3126377" y="2632858"/>
            <a:ext cx="3397988" cy="5442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중계기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37064F-B585-410B-839F-20BD105654B9}"/>
              </a:ext>
            </a:extLst>
          </p:cNvPr>
          <p:cNvSpPr/>
          <p:nvPr/>
        </p:nvSpPr>
        <p:spPr>
          <a:xfrm>
            <a:off x="4387668" y="5794069"/>
            <a:ext cx="4528866" cy="5442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중계기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04E697-4EBF-4C75-96DC-1B26D6530A13}"/>
              </a:ext>
            </a:extLst>
          </p:cNvPr>
          <p:cNvSpPr/>
          <p:nvPr/>
        </p:nvSpPr>
        <p:spPr>
          <a:xfrm>
            <a:off x="4268842" y="1281248"/>
            <a:ext cx="62402" cy="135160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219030-F550-4284-B762-4AB67D8EE5AF}"/>
              </a:ext>
            </a:extLst>
          </p:cNvPr>
          <p:cNvSpPr/>
          <p:nvPr/>
        </p:nvSpPr>
        <p:spPr>
          <a:xfrm>
            <a:off x="7082528" y="4442458"/>
            <a:ext cx="62402" cy="135160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AAA280-1218-4C3B-8252-16AA445EF809}"/>
              </a:ext>
            </a:extLst>
          </p:cNvPr>
          <p:cNvSpPr/>
          <p:nvPr/>
        </p:nvSpPr>
        <p:spPr>
          <a:xfrm>
            <a:off x="10086856" y="4442464"/>
            <a:ext cx="1429202" cy="1351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solidFill>
                  <a:schemeClr val="tx1"/>
                </a:solidFill>
              </a:rPr>
              <a:t>수신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FE59BD-994B-4168-94E2-37C3B3C9C7AD}"/>
              </a:ext>
            </a:extLst>
          </p:cNvPr>
          <p:cNvSpPr/>
          <p:nvPr/>
        </p:nvSpPr>
        <p:spPr>
          <a:xfrm>
            <a:off x="10086857" y="5794069"/>
            <a:ext cx="1429201" cy="5442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err="1">
                <a:solidFill>
                  <a:schemeClr val="tx1"/>
                </a:solidFill>
              </a:rPr>
              <a:t>드론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6638648F-D3AF-4BBF-8CC1-AE1D128A0288}"/>
              </a:ext>
            </a:extLst>
          </p:cNvPr>
          <p:cNvSpPr/>
          <p:nvPr/>
        </p:nvSpPr>
        <p:spPr>
          <a:xfrm>
            <a:off x="2412274" y="1863634"/>
            <a:ext cx="604593" cy="40930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설명선: 왼쪽/오른쪽 화살표 21">
            <a:extLst>
              <a:ext uri="{FF2B5EF4-FFF2-40B4-BE49-F238E27FC236}">
                <a16:creationId xmlns:a16="http://schemas.microsoft.com/office/drawing/2014/main" id="{FB813749-31F8-48F9-A029-D0CF6AAD47E7}"/>
              </a:ext>
            </a:extLst>
          </p:cNvPr>
          <p:cNvSpPr/>
          <p:nvPr/>
        </p:nvSpPr>
        <p:spPr>
          <a:xfrm rot="5400000">
            <a:off x="5275447" y="2811042"/>
            <a:ext cx="1553880" cy="1997526"/>
          </a:xfrm>
          <a:prstGeom prst="leftRightArrowCallout">
            <a:avLst>
              <a:gd name="adj1" fmla="val 20315"/>
              <a:gd name="adj2" fmla="val 19846"/>
              <a:gd name="adj3" fmla="val 18909"/>
              <a:gd name="adj4" fmla="val 30322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6E2566-0E57-4D26-A1E0-39F38305FE01}"/>
              </a:ext>
            </a:extLst>
          </p:cNvPr>
          <p:cNvSpPr txBox="1"/>
          <p:nvPr/>
        </p:nvSpPr>
        <p:spPr>
          <a:xfrm>
            <a:off x="5565072" y="3596142"/>
            <a:ext cx="1087029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bg1"/>
                </a:solidFill>
              </a:rPr>
              <a:t>Uart</a:t>
            </a:r>
            <a:r>
              <a:rPr lang="ko-KR" altLang="en-US" dirty="0">
                <a:solidFill>
                  <a:schemeClr val="bg1"/>
                </a:solidFill>
              </a:rPr>
              <a:t>통신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BDFCEEB3-4768-4C41-A9F2-F6DAA92BB63B}"/>
              </a:ext>
            </a:extLst>
          </p:cNvPr>
          <p:cNvSpPr/>
          <p:nvPr/>
        </p:nvSpPr>
        <p:spPr>
          <a:xfrm>
            <a:off x="9199398" y="5154979"/>
            <a:ext cx="604593" cy="40930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04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YELLOW_">
      <a:dk1>
        <a:sysClr val="windowText" lastClr="000000"/>
      </a:dk1>
      <a:lt1>
        <a:sysClr val="window" lastClr="FFFFFF"/>
      </a:lt1>
      <a:dk2>
        <a:srgbClr val="7F7F7F"/>
      </a:dk2>
      <a:lt2>
        <a:srgbClr val="E7E6E6"/>
      </a:lt2>
      <a:accent1>
        <a:srgbClr val="FBCE01"/>
      </a:accent1>
      <a:accent2>
        <a:srgbClr val="FDDE45"/>
      </a:accent2>
      <a:accent3>
        <a:srgbClr val="D8BEA7"/>
      </a:accent3>
      <a:accent4>
        <a:srgbClr val="A6A7A9"/>
      </a:accent4>
      <a:accent5>
        <a:srgbClr val="EDE5D5"/>
      </a:accent5>
      <a:accent6>
        <a:srgbClr val="FCFBF7"/>
      </a:accent6>
      <a:hlink>
        <a:srgbClr val="595959"/>
      </a:hlink>
      <a:folHlink>
        <a:srgbClr val="595959"/>
      </a:folHlink>
    </a:clrScheme>
    <a:fontScheme name="요즘 유행 스타일">
      <a:majorFont>
        <a:latin typeface="Arial Nova"/>
        <a:ea typeface="나눔스퀘어 Bold"/>
        <a:cs typeface=""/>
      </a:majorFont>
      <a:minorFont>
        <a:latin typeface="Arial Nova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11427</TotalTime>
  <Words>133</Words>
  <Application>Microsoft Office PowerPoint</Application>
  <PresentationFormat>와이드스크린</PresentationFormat>
  <Paragraphs>41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나눔스퀘어 Bold</vt:lpstr>
      <vt:lpstr>Arial</vt:lpstr>
      <vt:lpstr>Arial Nova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이동윤</cp:lastModifiedBy>
  <cp:revision>132</cp:revision>
  <dcterms:created xsi:type="dcterms:W3CDTF">2020-12-13T00:02:47Z</dcterms:created>
  <dcterms:modified xsi:type="dcterms:W3CDTF">2022-02-15T21:06:18Z</dcterms:modified>
  <cp:version>1000.0000.01</cp:version>
</cp:coreProperties>
</file>