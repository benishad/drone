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7" r:id="rId1"/>
  </p:sldMasterIdLst>
  <p:sldIdLst>
    <p:sldId id="256" r:id="rId2"/>
    <p:sldId id="257" r:id="rId3"/>
    <p:sldId id="285" r:id="rId4"/>
    <p:sldId id="286" r:id="rId5"/>
    <p:sldId id="287" r:id="rId6"/>
    <p:sldId id="289" r:id="rId7"/>
    <p:sldId id="291" r:id="rId8"/>
    <p:sldId id="29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706" autoAdjust="0"/>
  </p:normalViewPr>
  <p:slideViewPr>
    <p:cSldViewPr snapToGrid="0">
      <p:cViewPr varScale="1">
        <p:scale>
          <a:sx n="81" d="100"/>
          <a:sy n="81" d="100"/>
        </p:scale>
        <p:origin x="744" y="72"/>
      </p:cViewPr>
      <p:guideLst>
        <p:guide orient="horz" pos="215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47E50-E1BE-480A-87A8-31EC9BBD8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98C10D-08E3-4BAD-9934-8623B7265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EF337-0B82-4E6E-A636-4640546A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EDCEE0-D808-4C09-8260-F97C6D631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10E8C-7085-4648-A3C3-F6E66444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11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E4C23-F907-4E6D-A491-3D7E5A99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40C1AD-66F4-430A-B930-3163AEAD9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02AC3-7DE4-46A2-B764-30A30748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E7FC80-1F56-4F6E-9B34-F355FCAB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599F24-16F4-4B2A-B6BB-DDEEA369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2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9E811-F132-4E2A-B962-E695376C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DCAD16-C84A-4C83-ACD0-F824C4328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26D91-5322-4173-91CB-E5C6F0708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1B30F-648A-4D07-9DC7-26E4BE3D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83AE05-90BC-443E-A190-1A57A203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5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0D81D-90B7-43D9-887E-B2224E9D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6C520-4AB0-4381-B939-F402DFD7C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21DA69-FDC7-448A-9C68-184A03994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D2B867-2677-4DAC-8963-CA61B668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C15F40-C02C-4EAB-9CEA-056056AE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752D15-5286-419B-9A8A-872F3A6B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0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062D3-9ECA-45BD-BD87-07F7D9C0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69A32D-8825-44A7-8DF3-ECDAB1FEC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8DB7C6-FFE4-4520-9751-FD143BCD5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111589-9358-41A3-86E8-218AC545F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3D2F7A-B09C-494D-AABB-14431B44A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0A92DC-AB6E-4BE9-BCF3-AFB36D7E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F46119-1B1F-465A-B088-85118B4F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FA819E-4A6E-45C9-A382-46BAE105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94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25014-2BAD-4B22-953E-28B4B4D0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03112B-E2F7-4884-ADDF-9B4D49A1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3BF32F-66A8-43A7-88BB-D22806E5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AB36C3-026A-459F-8BFC-475C8EBC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95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4CBDD4-DD57-4EC6-BFEF-9D8267D77E22}"/>
              </a:ext>
            </a:extLst>
          </p:cNvPr>
          <p:cNvSpPr txBox="1"/>
          <p:nvPr userDrawn="1"/>
        </p:nvSpPr>
        <p:spPr>
          <a:xfrm>
            <a:off x="9964905" y="658213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2AC692-7268-4D95-8F19-722C37C7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B42C91-C67F-4DFF-B144-EA7ED7DD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7D9541-A6B9-4942-BC4A-7EC0EA31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15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993E7-E5B8-4992-AF88-BE5E069D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9E56B5-89D6-4434-AFE2-10910E648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9E89AE-7640-4DEE-83EC-558650957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82ADBB-CB0C-44B6-874A-9FE0E6B0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32C452-D876-41FB-AA00-7B4AC091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668ED6-8F1B-4FAA-8793-2D5D9D0A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50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85C01-AA51-407B-BC7B-FE6B4069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EFE3FC-556C-41B8-BD62-1E94E42D4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658969-AAF7-486A-A3D5-2BF3390E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215A57-D6ED-4EDA-981D-59434A47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BDCAD1-E41F-4F46-AE84-1BEC50DC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622BF4-68B3-4DA1-A704-FE1D9961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64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9CAC0-F41F-4E8C-BFBA-980DB4A7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5F3A00-B109-4376-AA48-5E7B5464E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743BB4-F08C-4048-8C8F-28EB79B3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3B118A-D773-438E-9FCC-E98AC84B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63AA0-21C8-4A59-A8F0-04E217F7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78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F418F2-4099-4266-AA90-9B0C225B8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9F3734-B5CF-47EC-8D79-5D639BDEA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EC87E-D5AB-43A7-8022-58A66741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430F32-9B8D-4781-90FC-B1778C6F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943733-2338-4CB3-ADB4-CEECF89A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74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8B2DF7-6E62-4A2B-93E3-D9F1E95C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96D0E9-8EC4-42DB-9B37-47D449A17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51153-4AB9-4CFA-8ABD-245697E91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2A08C-EF94-4A6B-BD12-6461CB40CEE6}" type="datetimeFigureOut">
              <a:rPr lang="ko-KR" altLang="en-US" smtClean="0"/>
              <a:t>2022-01-11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9DED0B-BA23-4D49-9944-C420C36E3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BD6E46-082A-488A-B507-08943ECEC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50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1A455CC-6EA2-4AE0-B94B-65979202CBA2}"/>
              </a:ext>
            </a:extLst>
          </p:cNvPr>
          <p:cNvSpPr/>
          <p:nvPr/>
        </p:nvSpPr>
        <p:spPr>
          <a:xfrm>
            <a:off x="0" y="4010"/>
            <a:ext cx="12192000" cy="6853989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18760" y="4897120"/>
            <a:ext cx="1459230" cy="358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>
                <a:solidFill>
                  <a:schemeClr val="accent4">
                    <a:lumMod val="50000"/>
                  </a:schemeClr>
                </a:solidFill>
              </a:rPr>
              <a:t>Realy Drone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8900" y="4418996"/>
            <a:ext cx="6934199" cy="4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400" spc="-15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  <a:cs typeface="+mn-cs"/>
              </a:rPr>
              <a:t>중계드론팀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33749" y="1138049"/>
            <a:ext cx="5524500" cy="3075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086332" y="2228671"/>
            <a:ext cx="408156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600" spc="-300" dirty="0" err="1">
                <a:solidFill>
                  <a:schemeClr val="accent4">
                    <a:lumMod val="50000"/>
                  </a:schemeClr>
                </a:solidFill>
              </a:rPr>
              <a:t>Esp</a:t>
            </a:r>
            <a:r>
              <a:rPr lang="en-US" altLang="ko-KR" sz="3600" spc="-300" dirty="0">
                <a:solidFill>
                  <a:schemeClr val="accent4">
                    <a:lumMod val="50000"/>
                  </a:schemeClr>
                </a:solidFill>
              </a:rPr>
              <a:t> 32</a:t>
            </a:r>
            <a:r>
              <a:rPr lang="ko-KR" altLang="en-US" sz="3600" spc="-300" dirty="0">
                <a:solidFill>
                  <a:schemeClr val="accent4">
                    <a:lumMod val="50000"/>
                  </a:schemeClr>
                </a:solidFill>
              </a:rPr>
              <a:t>를 사용하여</a:t>
            </a:r>
            <a:endParaRPr lang="en-US" altLang="ko-KR" sz="3600" spc="-300" dirty="0">
              <a:solidFill>
                <a:schemeClr val="accent4">
                  <a:lumMod val="50000"/>
                </a:schemeClr>
              </a:solidFill>
            </a:endParaRPr>
          </a:p>
          <a:p>
            <a:pPr lvl="0">
              <a:defRPr/>
            </a:pPr>
            <a:r>
              <a:rPr lang="en-US" altLang="ko-KR" sz="3600" spc="-300" dirty="0">
                <a:solidFill>
                  <a:schemeClr val="accent4">
                    <a:lumMod val="50000"/>
                  </a:schemeClr>
                </a:solidFill>
              </a:rPr>
              <a:t>                         </a:t>
            </a:r>
            <a:r>
              <a:rPr lang="ko-KR" altLang="en-US" sz="3600" spc="-300" dirty="0">
                <a:solidFill>
                  <a:schemeClr val="accent4">
                    <a:lumMod val="50000"/>
                  </a:schemeClr>
                </a:solidFill>
              </a:rPr>
              <a:t>중계연결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0" y="3100308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1800" spc="-3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7376" y="1633249"/>
            <a:ext cx="66556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6600" b="1" dirty="0">
                <a:solidFill>
                  <a:schemeClr val="accent5">
                    <a:lumMod val="90000"/>
                  </a:schemeClr>
                </a:solidFill>
              </a:rPr>
              <a:t>1</a:t>
            </a:r>
            <a:endParaRPr lang="ko-KR" altLang="en-US" sz="6600" b="1" dirty="0">
              <a:solidFill>
                <a:schemeClr val="accent5">
                  <a:lumMod val="90000"/>
                </a:schemeClr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9150" y="1800224"/>
            <a:ext cx="5837209" cy="38671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64205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200" spc="-300" dirty="0" err="1">
                <a:solidFill>
                  <a:schemeClr val="accent4">
                    <a:lumMod val="50000"/>
                  </a:schemeClr>
                </a:solidFill>
              </a:rPr>
              <a:t>Esp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 32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를 사용하여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중계연결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-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저번시간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211" cy="81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60000" y="1365804"/>
            <a:ext cx="11538856" cy="4640742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13E725D-F3E3-4689-A98B-51B93CCC5A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7"/>
          <a:stretch/>
        </p:blipFill>
        <p:spPr>
          <a:xfrm>
            <a:off x="898218" y="1602557"/>
            <a:ext cx="7643415" cy="403372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77516A8-03C2-438C-8D50-FF7E94F3CC35}"/>
              </a:ext>
            </a:extLst>
          </p:cNvPr>
          <p:cNvSpPr/>
          <p:nvPr/>
        </p:nvSpPr>
        <p:spPr>
          <a:xfrm>
            <a:off x="8541633" y="2627721"/>
            <a:ext cx="3290367" cy="1602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직관적인 </a:t>
            </a:r>
            <a:r>
              <a:rPr lang="en-US" altLang="ko-KR" dirty="0">
                <a:highlight>
                  <a:srgbClr val="800000"/>
                </a:highlight>
              </a:rPr>
              <a:t>1</a:t>
            </a:r>
            <a:r>
              <a:rPr lang="ko-KR" altLang="en-US" dirty="0">
                <a:highlight>
                  <a:srgbClr val="800000"/>
                </a:highlight>
              </a:rPr>
              <a:t>대</a:t>
            </a:r>
            <a:r>
              <a:rPr lang="en-US" altLang="ko-KR" dirty="0">
                <a:highlight>
                  <a:srgbClr val="800000"/>
                </a:highlight>
              </a:rPr>
              <a:t>1 </a:t>
            </a:r>
            <a:r>
              <a:rPr lang="ko-KR" altLang="en-US" dirty="0">
                <a:highlight>
                  <a:srgbClr val="800000"/>
                </a:highlight>
              </a:rPr>
              <a:t>통신은 잘 </a:t>
            </a:r>
            <a:r>
              <a:rPr lang="ko-KR" altLang="en-US" dirty="0" err="1">
                <a:highlight>
                  <a:srgbClr val="800000"/>
                </a:highlight>
              </a:rPr>
              <a:t>성공적이였다</a:t>
            </a:r>
            <a:r>
              <a:rPr lang="en-US" altLang="ko-KR" dirty="0">
                <a:highlight>
                  <a:srgbClr val="800000"/>
                </a:highlight>
              </a:rPr>
              <a:t>.</a:t>
            </a:r>
            <a:endParaRPr lang="ko-KR" altLang="en-US" dirty="0"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180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64205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200" spc="-300" dirty="0" err="1">
                <a:solidFill>
                  <a:schemeClr val="accent4">
                    <a:lumMod val="50000"/>
                  </a:schemeClr>
                </a:solidFill>
              </a:rPr>
              <a:t>Esp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 32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를 사용하여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중계연결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-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이번시간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211" cy="81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60000" y="1365804"/>
            <a:ext cx="11538856" cy="4640742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03B878-2528-4386-BDCD-07ADB34C0A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t="11399" r="33196" b="17388"/>
          <a:stretch/>
        </p:blipFill>
        <p:spPr>
          <a:xfrm>
            <a:off x="2936182" y="1719469"/>
            <a:ext cx="6042583" cy="4883749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E6D4851-5445-4082-A9B6-1E4BF3E198D7}"/>
              </a:ext>
            </a:extLst>
          </p:cNvPr>
          <p:cNvSpPr/>
          <p:nvPr/>
        </p:nvSpPr>
        <p:spPr>
          <a:xfrm>
            <a:off x="923827" y="2168165"/>
            <a:ext cx="2413262" cy="126083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조종기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43758B15-E537-4609-ABB7-13E6CD6DC7E8}"/>
              </a:ext>
            </a:extLst>
          </p:cNvPr>
          <p:cNvSpPr/>
          <p:nvPr/>
        </p:nvSpPr>
        <p:spPr>
          <a:xfrm flipH="1">
            <a:off x="8193465" y="2303302"/>
            <a:ext cx="2487552" cy="1260835"/>
          </a:xfrm>
          <a:prstGeom prst="rightArrow">
            <a:avLst>
              <a:gd name="adj1" fmla="val 52991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중계</a:t>
            </a:r>
            <a:r>
              <a:rPr lang="en-US" altLang="ko-KR" dirty="0">
                <a:highlight>
                  <a:srgbClr val="800000"/>
                </a:highlight>
              </a:rPr>
              <a:t>1</a:t>
            </a:r>
            <a:endParaRPr lang="ko-KR" altLang="en-US" dirty="0">
              <a:highlight>
                <a:srgbClr val="800000"/>
              </a:highlight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C7CA0998-9AB9-4960-8F1F-960EED29A964}"/>
              </a:ext>
            </a:extLst>
          </p:cNvPr>
          <p:cNvSpPr/>
          <p:nvPr/>
        </p:nvSpPr>
        <p:spPr>
          <a:xfrm flipH="1">
            <a:off x="8012042" y="4972659"/>
            <a:ext cx="2487552" cy="1260835"/>
          </a:xfrm>
          <a:prstGeom prst="rightArrow">
            <a:avLst>
              <a:gd name="adj1" fmla="val 52991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중계</a:t>
            </a:r>
            <a:r>
              <a:rPr lang="en-US" altLang="ko-KR" dirty="0">
                <a:highlight>
                  <a:srgbClr val="800000"/>
                </a:highlight>
              </a:rPr>
              <a:t>2</a:t>
            </a:r>
            <a:endParaRPr lang="ko-KR" altLang="en-US" dirty="0">
              <a:highlight>
                <a:srgbClr val="800000"/>
              </a:highlight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33147C56-F4EA-4DD7-803B-C6ED7073A24C}"/>
              </a:ext>
            </a:extLst>
          </p:cNvPr>
          <p:cNvSpPr/>
          <p:nvPr/>
        </p:nvSpPr>
        <p:spPr>
          <a:xfrm>
            <a:off x="719998" y="5044047"/>
            <a:ext cx="2413262" cy="126083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highlight>
                  <a:srgbClr val="800000"/>
                </a:highlight>
              </a:rPr>
              <a:t>메인드론</a:t>
            </a:r>
            <a:endParaRPr lang="ko-KR" altLang="en-US" dirty="0"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6487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64205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200" spc="-300" dirty="0" err="1">
                <a:solidFill>
                  <a:schemeClr val="accent4">
                    <a:lumMod val="50000"/>
                  </a:schemeClr>
                </a:solidFill>
              </a:rPr>
              <a:t>Esp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 32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를 사용하여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중계연결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-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이번시간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211" cy="81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60000" y="1365804"/>
            <a:ext cx="11538856" cy="4640742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03B878-2528-4386-BDCD-07ADB34C0A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t="11399" r="33196" b="17388"/>
          <a:stretch/>
        </p:blipFill>
        <p:spPr>
          <a:xfrm>
            <a:off x="1260892" y="1852988"/>
            <a:ext cx="5527009" cy="446705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9823107-FB1A-427D-B950-B225A0813DED}"/>
              </a:ext>
            </a:extLst>
          </p:cNvPr>
          <p:cNvSpPr/>
          <p:nvPr/>
        </p:nvSpPr>
        <p:spPr>
          <a:xfrm>
            <a:off x="7688793" y="2407959"/>
            <a:ext cx="2855860" cy="30842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통신은 잘 되나 </a:t>
            </a:r>
            <a:r>
              <a:rPr lang="en-US" altLang="ko-KR" dirty="0">
                <a:highlight>
                  <a:srgbClr val="800000"/>
                </a:highlight>
              </a:rPr>
              <a:t>20</a:t>
            </a:r>
            <a:r>
              <a:rPr lang="ko-KR" altLang="en-US" dirty="0">
                <a:highlight>
                  <a:srgbClr val="800000"/>
                </a:highlight>
              </a:rPr>
              <a:t>초 이상 딜레이가 걸리는 현상이 발생 </a:t>
            </a:r>
          </a:p>
        </p:txBody>
      </p:sp>
    </p:spTree>
    <p:extLst>
      <p:ext uri="{BB962C8B-B14F-4D97-AF65-F5344CB8AC3E}">
        <p14:creationId xmlns:p14="http://schemas.microsoft.com/office/powerpoint/2010/main" val="88168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64205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3200" spc="-300" dirty="0" err="1">
                <a:solidFill>
                  <a:schemeClr val="accent4">
                    <a:lumMod val="50000"/>
                  </a:schemeClr>
                </a:solidFill>
              </a:rPr>
              <a:t>Esp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 32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를 사용하여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중계연결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-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이번시간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211" cy="81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60000" y="1365804"/>
            <a:ext cx="11538856" cy="4640742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823107-FB1A-427D-B950-B225A0813DED}"/>
              </a:ext>
            </a:extLst>
          </p:cNvPr>
          <p:cNvSpPr/>
          <p:nvPr/>
        </p:nvSpPr>
        <p:spPr>
          <a:xfrm>
            <a:off x="7447386" y="2514600"/>
            <a:ext cx="4210063" cy="2343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통신 안정화를 위해 넣었던 중계</a:t>
            </a:r>
            <a:r>
              <a:rPr lang="en-US" altLang="ko-KR" dirty="0">
                <a:highlight>
                  <a:srgbClr val="800000"/>
                </a:highlight>
              </a:rPr>
              <a:t>2</a:t>
            </a:r>
            <a:r>
              <a:rPr lang="ko-KR" altLang="en-US" dirty="0">
                <a:highlight>
                  <a:srgbClr val="800000"/>
                </a:highlight>
              </a:rPr>
              <a:t>의 </a:t>
            </a:r>
            <a:r>
              <a:rPr lang="en-US" altLang="ko-KR" dirty="0">
                <a:highlight>
                  <a:srgbClr val="800000"/>
                </a:highlight>
              </a:rPr>
              <a:t>delay(100)</a:t>
            </a:r>
            <a:r>
              <a:rPr lang="ko-KR" altLang="en-US" dirty="0">
                <a:highlight>
                  <a:srgbClr val="800000"/>
                </a:highlight>
              </a:rPr>
              <a:t>을 </a:t>
            </a:r>
            <a:r>
              <a:rPr lang="en-US" altLang="ko-KR" dirty="0">
                <a:highlight>
                  <a:srgbClr val="800000"/>
                </a:highlight>
              </a:rPr>
              <a:t>(10)</a:t>
            </a:r>
            <a:r>
              <a:rPr lang="ko-KR" altLang="en-US" dirty="0">
                <a:highlight>
                  <a:srgbClr val="800000"/>
                </a:highlight>
              </a:rPr>
              <a:t>으로 줄이고</a:t>
            </a:r>
            <a:r>
              <a:rPr lang="en-US" altLang="ko-KR" dirty="0">
                <a:highlight>
                  <a:srgbClr val="800000"/>
                </a:highlight>
              </a:rPr>
              <a:t>,</a:t>
            </a:r>
            <a:r>
              <a:rPr lang="ko-KR" altLang="en-US" dirty="0">
                <a:highlight>
                  <a:srgbClr val="800000"/>
                </a:highlight>
              </a:rPr>
              <a:t> 중계</a:t>
            </a:r>
            <a:r>
              <a:rPr lang="en-US" altLang="ko-KR" dirty="0">
                <a:highlight>
                  <a:srgbClr val="800000"/>
                </a:highlight>
              </a:rPr>
              <a:t>1</a:t>
            </a:r>
            <a:r>
              <a:rPr lang="ko-KR" altLang="en-US" dirty="0">
                <a:highlight>
                  <a:srgbClr val="800000"/>
                </a:highlight>
              </a:rPr>
              <a:t>에 </a:t>
            </a:r>
            <a:r>
              <a:rPr lang="en-US" altLang="ko-KR" dirty="0">
                <a:highlight>
                  <a:srgbClr val="800000"/>
                </a:highlight>
              </a:rPr>
              <a:t>delay(10)</a:t>
            </a:r>
            <a:r>
              <a:rPr lang="ko-KR" altLang="en-US" dirty="0">
                <a:highlight>
                  <a:srgbClr val="800000"/>
                </a:highlight>
              </a:rPr>
              <a:t>을 주었다</a:t>
            </a:r>
            <a:r>
              <a:rPr lang="en-US" altLang="ko-KR" dirty="0">
                <a:highlight>
                  <a:srgbClr val="800000"/>
                </a:highlight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BE4EC5C-20A3-459E-9FCE-762C36243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14" y="1719469"/>
            <a:ext cx="6363165" cy="4048812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6684E110-3701-4702-A017-8123FC4F0597}"/>
              </a:ext>
            </a:extLst>
          </p:cNvPr>
          <p:cNvSpPr/>
          <p:nvPr/>
        </p:nvSpPr>
        <p:spPr>
          <a:xfrm>
            <a:off x="3752823" y="4028287"/>
            <a:ext cx="1021655" cy="48715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DDAB3AC-00D7-4958-B3FE-7BC3828AA25D}"/>
              </a:ext>
            </a:extLst>
          </p:cNvPr>
          <p:cNvSpPr/>
          <p:nvPr/>
        </p:nvSpPr>
        <p:spPr>
          <a:xfrm>
            <a:off x="987800" y="4028287"/>
            <a:ext cx="1021655" cy="48715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755636-3CF7-476B-967B-44EC7E7F3D03}"/>
              </a:ext>
            </a:extLst>
          </p:cNvPr>
          <p:cNvSpPr/>
          <p:nvPr/>
        </p:nvSpPr>
        <p:spPr>
          <a:xfrm>
            <a:off x="935535" y="1763754"/>
            <a:ext cx="1659118" cy="4871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중계</a:t>
            </a:r>
            <a:r>
              <a:rPr lang="en-US" altLang="ko-KR" dirty="0">
                <a:highlight>
                  <a:srgbClr val="800000"/>
                </a:highlight>
              </a:rPr>
              <a:t>1</a:t>
            </a:r>
            <a:endParaRPr lang="ko-KR" altLang="en-US" dirty="0">
              <a:highlight>
                <a:srgbClr val="800000"/>
              </a:highlight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08EBD5-2B25-4BDB-AB45-6F2C46AD99C6}"/>
              </a:ext>
            </a:extLst>
          </p:cNvPr>
          <p:cNvSpPr/>
          <p:nvPr/>
        </p:nvSpPr>
        <p:spPr>
          <a:xfrm>
            <a:off x="4346492" y="1838817"/>
            <a:ext cx="1659118" cy="4871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중계</a:t>
            </a:r>
            <a:r>
              <a:rPr lang="en-US" altLang="ko-KR" dirty="0">
                <a:highlight>
                  <a:srgbClr val="800000"/>
                </a:highlight>
              </a:rPr>
              <a:t>2</a:t>
            </a:r>
            <a:endParaRPr lang="ko-KR" altLang="en-US" dirty="0"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7972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143597" y="2453977"/>
            <a:ext cx="196560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 dirty="0">
                <a:solidFill>
                  <a:schemeClr val="accent4">
                    <a:lumMod val="50000"/>
                  </a:schemeClr>
                </a:solidFill>
              </a:rPr>
              <a:t>모터 선정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0" y="3100308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1800" spc="-3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7376" y="1633249"/>
            <a:ext cx="66556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6600" b="1" dirty="0">
                <a:solidFill>
                  <a:schemeClr val="accent5">
                    <a:lumMod val="90000"/>
                  </a:schemeClr>
                </a:solidFill>
              </a:rPr>
              <a:t>2</a:t>
            </a:r>
            <a:endParaRPr lang="ko-KR" altLang="en-US" sz="6600" b="1" dirty="0">
              <a:solidFill>
                <a:schemeClr val="accent5">
                  <a:lumMod val="90000"/>
                </a:schemeClr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9150" y="1800224"/>
            <a:ext cx="5837209" cy="38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934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dgm="http://schemas.openxmlformats.org/drawingml/2006/diagram" xmlns:dsp="http://schemas.microsoft.com/office/drawing/2008/diagram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121920"/>
            <a:ext cx="174599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모터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52188" y="1366058"/>
            <a:ext cx="11543246" cy="4653515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000" y="1328166"/>
            <a:ext cx="11538856" cy="353665"/>
          </a:xfrm>
          <a:prstGeom prst="rect">
            <a:avLst/>
          </a:pr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823107-FB1A-427D-B950-B225A0813DED}"/>
              </a:ext>
            </a:extLst>
          </p:cNvPr>
          <p:cNvSpPr/>
          <p:nvPr/>
        </p:nvSpPr>
        <p:spPr>
          <a:xfrm>
            <a:off x="4802085" y="2933404"/>
            <a:ext cx="2855860" cy="18345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카메라를 </a:t>
            </a:r>
            <a:r>
              <a:rPr lang="ko-KR" altLang="en-US" dirty="0" err="1">
                <a:highlight>
                  <a:srgbClr val="800000"/>
                </a:highlight>
              </a:rPr>
              <a:t>달아야하기</a:t>
            </a:r>
            <a:r>
              <a:rPr lang="ko-KR" altLang="en-US" dirty="0">
                <a:highlight>
                  <a:srgbClr val="800000"/>
                </a:highlight>
              </a:rPr>
              <a:t> 때문에 </a:t>
            </a:r>
            <a:r>
              <a:rPr lang="ko-KR" altLang="en-US" dirty="0" err="1">
                <a:highlight>
                  <a:srgbClr val="800000"/>
                </a:highlight>
              </a:rPr>
              <a:t>드론의</a:t>
            </a:r>
            <a:r>
              <a:rPr lang="ko-KR" altLang="en-US" dirty="0">
                <a:highlight>
                  <a:srgbClr val="800000"/>
                </a:highlight>
              </a:rPr>
              <a:t> 크기가 커져야 합니다</a:t>
            </a:r>
            <a:r>
              <a:rPr lang="en-US" altLang="ko-KR" dirty="0">
                <a:highlight>
                  <a:srgbClr val="800000"/>
                </a:highlight>
              </a:rPr>
              <a:t>.</a:t>
            </a:r>
            <a:endParaRPr lang="ko-KR" altLang="en-US" dirty="0">
              <a:highlight>
                <a:srgbClr val="800000"/>
              </a:highlight>
            </a:endParaRPr>
          </a:p>
        </p:txBody>
      </p:sp>
      <p:pic>
        <p:nvPicPr>
          <p:cNvPr id="1026" name="Picture 2" descr="드론강사의 드론이야기 - 모터 : 네이버 블로그">
            <a:extLst>
              <a:ext uri="{FF2B5EF4-FFF2-40B4-BE49-F238E27FC236}">
                <a16:creationId xmlns:a16="http://schemas.microsoft.com/office/drawing/2014/main" id="{055063E5-E3C5-45EF-8E26-ED2A0FF8F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80" y="2201218"/>
            <a:ext cx="3991660" cy="332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8E678158-5FBE-4C0E-AD27-75305791BF07}"/>
              </a:ext>
            </a:extLst>
          </p:cNvPr>
          <p:cNvSpPr/>
          <p:nvPr/>
        </p:nvSpPr>
        <p:spPr>
          <a:xfrm>
            <a:off x="7965649" y="3521447"/>
            <a:ext cx="820132" cy="68815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04515A-CC5D-4F5F-AB39-B9FDF561889A}"/>
              </a:ext>
            </a:extLst>
          </p:cNvPr>
          <p:cNvSpPr/>
          <p:nvPr/>
        </p:nvSpPr>
        <p:spPr>
          <a:xfrm>
            <a:off x="9039574" y="2933404"/>
            <a:ext cx="2855860" cy="18345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highlight>
                  <a:srgbClr val="800000"/>
                </a:highlight>
              </a:rPr>
              <a:t>연구실에 있는 모터로 모터드라이버를 사용하여 시험 예정</a:t>
            </a:r>
          </a:p>
        </p:txBody>
      </p:sp>
    </p:spTree>
    <p:extLst>
      <p:ext uri="{BB962C8B-B14F-4D97-AF65-F5344CB8AC3E}">
        <p14:creationId xmlns:p14="http://schemas.microsoft.com/office/powerpoint/2010/main" val="164442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YELLOW_">
      <a:dk1>
        <a:sysClr val="windowText" lastClr="000000"/>
      </a:dk1>
      <a:lt1>
        <a:sysClr val="window" lastClr="FFFFFF"/>
      </a:lt1>
      <a:dk2>
        <a:srgbClr val="7F7F7F"/>
      </a:dk2>
      <a:lt2>
        <a:srgbClr val="E7E6E6"/>
      </a:lt2>
      <a:accent1>
        <a:srgbClr val="FBCE01"/>
      </a:accent1>
      <a:accent2>
        <a:srgbClr val="FDDE45"/>
      </a:accent2>
      <a:accent3>
        <a:srgbClr val="D8BEA7"/>
      </a:accent3>
      <a:accent4>
        <a:srgbClr val="A6A7A9"/>
      </a:accent4>
      <a:accent5>
        <a:srgbClr val="EDE5D5"/>
      </a:accent5>
      <a:accent6>
        <a:srgbClr val="FCFBF7"/>
      </a:accent6>
      <a:hlink>
        <a:srgbClr val="595959"/>
      </a:hlink>
      <a:folHlink>
        <a:srgbClr val="595959"/>
      </a:folHlink>
    </a:clrScheme>
    <a:fontScheme name="요즘 유행 스타일">
      <a:majorFont>
        <a:latin typeface="Arial Nova"/>
        <a:ea typeface="나눔스퀘어 Bold"/>
        <a:cs typeface=""/>
      </a:majorFont>
      <a:minorFont>
        <a:latin typeface="Arial Nova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119</Words>
  <Application>Microsoft Office PowerPoint</Application>
  <PresentationFormat>와이드스크린</PresentationFormat>
  <Paragraphs>28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나눔스퀘어 Bold</vt:lpstr>
      <vt:lpstr>Arial</vt:lpstr>
      <vt:lpstr>Arial Nova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yun-sung ho</cp:lastModifiedBy>
  <cp:revision>110</cp:revision>
  <dcterms:created xsi:type="dcterms:W3CDTF">2020-12-13T00:02:47Z</dcterms:created>
  <dcterms:modified xsi:type="dcterms:W3CDTF">2022-01-11T02:08:33Z</dcterms:modified>
  <cp:version>1000.0000.01</cp:version>
</cp:coreProperties>
</file>