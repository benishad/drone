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106" d="100"/>
          <a:sy n="106" d="100"/>
        </p:scale>
        <p:origin x="-672" y="-90"/>
      </p:cViewPr>
      <p:guideLst>
        <p:guide orient="horz" pos="215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A0783EC-724E-4422-82B4-52C0E4F665B3}" type="datetime1">
              <a:rPr lang="ko-KR" altLang="en-US"/>
              <a:pPr lvl="0">
                <a:defRPr/>
              </a:pPr>
              <a:t>2021-11-15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FA3E6E9-6E8F-4A48-B7DC-BAC186CE1BD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489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2021-11-15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4010"/>
            <a:ext cx="12192000" cy="68539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2D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8760" y="4897120"/>
            <a:ext cx="1459230" cy="358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>
                <a:solidFill>
                  <a:schemeClr val="accent4">
                    <a:lumMod val="50000"/>
                  </a:schemeClr>
                </a:solidFill>
              </a:rPr>
              <a:t>Realy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4418996"/>
            <a:ext cx="6934199" cy="4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중계드론팀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49" y="1138049"/>
            <a:ext cx="5524500" cy="30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670789" y="2418080"/>
            <a:ext cx="4355476" cy="1180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accent4">
                    <a:lumMod val="50000"/>
                  </a:schemeClr>
                </a:solidFill>
              </a:rPr>
              <a:t>연구 목적 및</a:t>
            </a:r>
          </a:p>
          <a:p>
            <a:pPr lvl="0">
              <a:defRPr/>
            </a:pPr>
            <a:r>
              <a:rPr lang="ko-KR" altLang="en-US" sz="3600" spc="-300">
                <a:solidFill>
                  <a:schemeClr val="accent4">
                    <a:lumMod val="50000"/>
                  </a:schemeClr>
                </a:solidFill>
              </a:rPr>
              <a:t>             파츠별 기능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5536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>
                <a:solidFill>
                  <a:schemeClr val="accent3"/>
                </a:solidFill>
              </a:rPr>
              <a:t>1</a:t>
            </a:r>
            <a:endParaRPr lang="ko-KR" altLang="en-US" sz="6600" b="1">
              <a:solidFill>
                <a:schemeClr val="accent3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1686016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>
                <a:solidFill>
                  <a:schemeClr val="accent4">
                    <a:lumMod val="50000"/>
                  </a:schemeClr>
                </a:solidFill>
              </a:rPr>
              <a:t>연구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64775" y="1681831"/>
            <a:ext cx="11538856" cy="464074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67524" y="2841304"/>
            <a:ext cx="4362450" cy="2409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일반 드론과 조종기사이의 통신거리를 증가시키려는 목적 다시 상기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3875" y="2181221"/>
            <a:ext cx="5532125" cy="3457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2829016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>
                <a:solidFill>
                  <a:schemeClr val="accent4">
                    <a:lumMod val="50000"/>
                  </a:schemeClr>
                </a:solidFill>
              </a:rPr>
              <a:t>파츠별 기능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60000" y="1681831"/>
            <a:ext cx="11538856" cy="464074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3"/>
              </a:solidFill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42947" y="2948843"/>
            <a:ext cx="1607740" cy="1028702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942974" y="4715715"/>
            <a:ext cx="3431801" cy="11113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 smtClean="0">
                <a:solidFill>
                  <a:schemeClr val="tx1"/>
                </a:solidFill>
              </a:rPr>
              <a:t>Lcd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화면 </a:t>
            </a:r>
            <a:r>
              <a:rPr lang="en-US" altLang="ko-KR" dirty="0" smtClean="0">
                <a:solidFill>
                  <a:schemeClr val="tx1"/>
                </a:solidFill>
              </a:rPr>
              <a:t>+ </a:t>
            </a:r>
            <a:r>
              <a:rPr lang="ko-KR" altLang="en-US" dirty="0" err="1" smtClean="0">
                <a:solidFill>
                  <a:schemeClr val="tx1"/>
                </a:solidFill>
              </a:rPr>
              <a:t>블루투스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+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운행을 위한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각종 스위치 장착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yshv1\Downloads\copter-2025680_12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005" y="2560542"/>
            <a:ext cx="2008093" cy="194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4615233" y="4715715"/>
            <a:ext cx="3291638" cy="11113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 smtClean="0">
                <a:solidFill>
                  <a:schemeClr val="tx1"/>
                </a:solidFill>
              </a:rPr>
              <a:t>호버링</a:t>
            </a:r>
            <a:r>
              <a:rPr lang="ko-KR" altLang="en-US" dirty="0" err="1" smtClean="0">
                <a:solidFill>
                  <a:schemeClr val="tx1"/>
                </a:solidFill>
              </a:rPr>
              <a:t>과</a:t>
            </a:r>
            <a:r>
              <a:rPr lang="ko-KR" altLang="en-US" dirty="0" smtClean="0">
                <a:solidFill>
                  <a:schemeClr val="tx1"/>
                </a:solidFill>
              </a:rPr>
              <a:t> 신호전달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350869" y="1941978"/>
            <a:ext cx="2391895" cy="3905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컨트롤러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065104" y="1899116"/>
            <a:ext cx="2391895" cy="3905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mtClean="0">
                <a:solidFill>
                  <a:schemeClr val="tx1"/>
                </a:solidFill>
              </a:rPr>
              <a:t>중계시스템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16" name="Picture 2" descr="C:\Users\yshv1\Downloads\copter-2025680_12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828" y="2560542"/>
            <a:ext cx="2008093" cy="194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8919926" y="1947580"/>
            <a:ext cx="2391895" cy="3905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 smtClean="0">
                <a:solidFill>
                  <a:schemeClr val="tx1"/>
                </a:solidFill>
              </a:rPr>
              <a:t>메인드론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470054" y="4715715"/>
            <a:ext cx="3291638" cy="11113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 smtClean="0">
                <a:solidFill>
                  <a:schemeClr val="tx1"/>
                </a:solidFill>
              </a:rPr>
              <a:t>호버링</a:t>
            </a:r>
            <a:r>
              <a:rPr lang="ko-KR" altLang="en-US" dirty="0" err="1" smtClean="0">
                <a:solidFill>
                  <a:schemeClr val="tx1"/>
                </a:solidFill>
              </a:rPr>
              <a:t>과</a:t>
            </a:r>
            <a:r>
              <a:rPr lang="ko-KR" altLang="en-US" dirty="0" smtClean="0">
                <a:solidFill>
                  <a:schemeClr val="tx1"/>
                </a:solidFill>
              </a:rPr>
              <a:t> 신호전달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및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영상 촬영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670794" y="2418080"/>
            <a:ext cx="24769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>
                <a:solidFill>
                  <a:schemeClr val="accent4">
                    <a:lumMod val="50000"/>
                  </a:schemeClr>
                </a:solidFill>
              </a:rPr>
              <a:t>저번 주 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236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3"/>
                </a:solidFill>
              </a:rPr>
              <a:t>2</a:t>
            </a:r>
            <a:endParaRPr lang="ko-KR" altLang="en-US" sz="6600" b="1" dirty="0">
              <a:solidFill>
                <a:schemeClr val="accent3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21916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>
                <a:solidFill>
                  <a:schemeClr val="accent4">
                    <a:lumMod val="50000"/>
                  </a:schemeClr>
                </a:solidFill>
              </a:rPr>
              <a:t>저번 주 성과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25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64775" y="1681831"/>
            <a:ext cx="11538856" cy="464074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8" name="화살표: 오른쪽 17"/>
          <p:cNvSpPr/>
          <p:nvPr/>
        </p:nvSpPr>
        <p:spPr>
          <a:xfrm>
            <a:off x="4914361" y="2928426"/>
            <a:ext cx="1847850" cy="6286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19174" y="4879654"/>
            <a:ext cx="1457325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조종기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973985" y="4191039"/>
            <a:ext cx="2843854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중계기</a:t>
            </a:r>
            <a:r>
              <a:rPr lang="en-US" altLang="ko-KR">
                <a:solidFill>
                  <a:srgbClr val="000000"/>
                </a:solidFill>
              </a:rPr>
              <a:t>(a,</a:t>
            </a:r>
            <a:r>
              <a:rPr lang="ko-KR" altLang="en-US">
                <a:solidFill>
                  <a:srgbClr val="000000"/>
                </a:solidFill>
              </a:rPr>
              <a:t> </a:t>
            </a:r>
            <a:r>
              <a:rPr lang="en-US" altLang="ko-KR">
                <a:solidFill>
                  <a:srgbClr val="000000"/>
                </a:solidFill>
              </a:rPr>
              <a:t>b)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1850" y="6447934"/>
            <a:ext cx="4728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조종기</a:t>
            </a:r>
            <a:r>
              <a:rPr lang="en-US" altLang="ko-KR"/>
              <a:t>,</a:t>
            </a:r>
            <a:r>
              <a:rPr lang="ko-KR" altLang="en-US"/>
              <a:t>중계기</a:t>
            </a:r>
            <a:r>
              <a:rPr lang="en-US" altLang="ko-KR"/>
              <a:t>,</a:t>
            </a:r>
            <a:r>
              <a:rPr lang="ko-KR" altLang="en-US"/>
              <a:t>메인드론 까지의 통신을 확인함</a:t>
            </a:r>
          </a:p>
        </p:txBody>
      </p:sp>
      <p:pic>
        <p:nvPicPr>
          <p:cNvPr id="24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75114" y="1781173"/>
            <a:ext cx="2460463" cy="2675971"/>
          </a:xfrm>
          <a:prstGeom prst="rect">
            <a:avLst/>
          </a:prstGeom>
        </p:spPr>
      </p:pic>
      <p:pic>
        <p:nvPicPr>
          <p:cNvPr id="25" name="그림 8"/>
          <p:cNvPicPr>
            <a:picLocks noChangeAspect="1"/>
          </p:cNvPicPr>
          <p:nvPr/>
        </p:nvPicPr>
        <p:blipFill rotWithShape="1">
          <a:blip r:embed="rId3"/>
          <a:srcRect l="5460" t="25660" r="23140" b="27030"/>
          <a:stretch>
            <a:fillRect/>
          </a:stretch>
        </p:blipFill>
        <p:spPr>
          <a:xfrm>
            <a:off x="3520349" y="2255330"/>
            <a:ext cx="4508169" cy="1680175"/>
          </a:xfrm>
          <a:prstGeom prst="rect">
            <a:avLst/>
          </a:prstGeom>
        </p:spPr>
      </p:pic>
      <p:sp>
        <p:nvSpPr>
          <p:cNvPr id="27" name="직사각형 20"/>
          <p:cNvSpPr/>
          <p:nvPr/>
        </p:nvSpPr>
        <p:spPr>
          <a:xfrm>
            <a:off x="8715377" y="4212905"/>
            <a:ext cx="1457325" cy="628650"/>
          </a:xfrm>
          <a:prstGeom prst="rect">
            <a:avLst/>
          </a:prstGeom>
          <a:solidFill>
            <a:srgbClr val="D8BEA7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Arial Nova"/>
                <a:ea typeface="나눔스퀘어 Light"/>
                <a:cs typeface="Arial Nova"/>
              </a:rPr>
              <a:t>메인드론</a:t>
            </a:r>
          </a:p>
        </p:txBody>
      </p:sp>
      <p:pic>
        <p:nvPicPr>
          <p:cNvPr id="28" name="그림 10"/>
          <p:cNvPicPr>
            <a:picLocks noChangeAspect="1"/>
          </p:cNvPicPr>
          <p:nvPr/>
        </p:nvPicPr>
        <p:blipFill rotWithShape="1">
          <a:blip r:embed="rId4"/>
          <a:srcRect l="4390" t="11010" r="18160" b="16150"/>
          <a:stretch>
            <a:fillRect/>
          </a:stretch>
        </p:blipFill>
        <p:spPr>
          <a:xfrm>
            <a:off x="8306666" y="2699634"/>
            <a:ext cx="2019211" cy="1068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214193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 err="1" smtClean="0">
                <a:solidFill>
                  <a:schemeClr val="accent4">
                    <a:lumMod val="50000"/>
                  </a:schemeClr>
                </a:solidFill>
              </a:rPr>
              <a:t>저번주</a:t>
            </a:r>
            <a:r>
              <a:rPr lang="ko-KR" altLang="en-US" sz="3200" spc="-300" dirty="0" smtClean="0">
                <a:solidFill>
                  <a:schemeClr val="accent4">
                    <a:lumMod val="50000"/>
                  </a:schemeClr>
                </a:solidFill>
              </a:rPr>
              <a:t> 성과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000" y="629175"/>
            <a:ext cx="238215" cy="292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en-US" altLang="ko-KR" sz="14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25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en-US" altLang="ko-KR" sz="4800" b="1" dirty="0">
              <a:solidFill>
                <a:schemeClr val="accent4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52589" y="1351456"/>
            <a:ext cx="11538856" cy="464074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55250" y="1356741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0279" y="2381250"/>
            <a:ext cx="1457325" cy="2095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908" y="2341336"/>
            <a:ext cx="1457325" cy="2095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72103" y="2399394"/>
            <a:ext cx="1457325" cy="2095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58632" y="2399394"/>
            <a:ext cx="1457325" cy="2095500"/>
          </a:xfrm>
          <a:prstGeom prst="rect">
            <a:avLst/>
          </a:prstGeom>
        </p:spPr>
      </p:pic>
      <p:sp>
        <p:nvSpPr>
          <p:cNvPr id="15" name="화살표: 오른쪽 14"/>
          <p:cNvSpPr/>
          <p:nvPr/>
        </p:nvSpPr>
        <p:spPr>
          <a:xfrm>
            <a:off x="2743200" y="3057525"/>
            <a:ext cx="1847850" cy="6286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화살표: 오른쪽 15"/>
          <p:cNvSpPr/>
          <p:nvPr/>
        </p:nvSpPr>
        <p:spPr>
          <a:xfrm>
            <a:off x="7869507" y="3057525"/>
            <a:ext cx="1847850" cy="6286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895223" y="3293836"/>
            <a:ext cx="457952" cy="1351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050279" y="4708204"/>
            <a:ext cx="1457325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조종기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0070908" y="4593041"/>
            <a:ext cx="1457325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드론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702272" y="4708204"/>
            <a:ext cx="2843854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rgbClr val="000000"/>
                </a:solidFill>
              </a:rPr>
              <a:t>중계기</a:t>
            </a:r>
            <a:r>
              <a:rPr lang="en-US" altLang="ko-KR">
                <a:solidFill>
                  <a:srgbClr val="000000"/>
                </a:solidFill>
              </a:rPr>
              <a:t>(a,</a:t>
            </a:r>
            <a:r>
              <a:rPr lang="ko-KR" altLang="en-US">
                <a:solidFill>
                  <a:srgbClr val="000000"/>
                </a:solidFill>
              </a:rPr>
              <a:t> </a:t>
            </a:r>
            <a:r>
              <a:rPr lang="en-US" altLang="ko-KR">
                <a:solidFill>
                  <a:srgbClr val="000000"/>
                </a:solidFill>
              </a:rPr>
              <a:t>b)</a:t>
            </a: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0000" y="6177860"/>
            <a:ext cx="10797375" cy="412892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통신을 하는데 있어서 </a:t>
            </a:r>
            <a:r>
              <a:rPr lang="en-US" altLang="ko-KR" dirty="0">
                <a:solidFill>
                  <a:srgbClr val="000000"/>
                </a:solidFill>
              </a:rPr>
              <a:t>3~5</a:t>
            </a:r>
            <a:r>
              <a:rPr lang="ko-KR" altLang="en-US" dirty="0">
                <a:solidFill>
                  <a:srgbClr val="000000"/>
                </a:solidFill>
              </a:rPr>
              <a:t>초의 </a:t>
            </a:r>
            <a:r>
              <a:rPr lang="ko-KR" altLang="en-US" dirty="0" err="1">
                <a:solidFill>
                  <a:srgbClr val="000000"/>
                </a:solidFill>
              </a:rPr>
              <a:t>딜레이가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발생하여 </a:t>
            </a:r>
            <a:r>
              <a:rPr lang="ko-KR" altLang="en-US" dirty="0" err="1" smtClean="0">
                <a:solidFill>
                  <a:srgbClr val="000000"/>
                </a:solidFill>
              </a:rPr>
              <a:t>보드레이트</a:t>
            </a:r>
            <a:r>
              <a:rPr lang="ko-KR" altLang="en-US" dirty="0" smtClean="0">
                <a:solidFill>
                  <a:srgbClr val="000000"/>
                </a:solidFill>
              </a:rPr>
              <a:t> 속도 증가</a:t>
            </a:r>
            <a:r>
              <a:rPr lang="en-US" altLang="ko-KR" dirty="0" smtClean="0">
                <a:solidFill>
                  <a:srgbClr val="000000"/>
                </a:solidFill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</a:rPr>
              <a:t>더 빠른 프로세서 속도 필요  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670794" y="2418080"/>
            <a:ext cx="18774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 smtClean="0">
                <a:solidFill>
                  <a:schemeClr val="accent4">
                    <a:lumMod val="50000"/>
                  </a:schemeClr>
                </a:solidFill>
              </a:rPr>
              <a:t>진행상황</a:t>
            </a:r>
            <a:endParaRPr lang="ko-KR" altLang="en-US" sz="36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236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3"/>
                </a:solidFill>
              </a:rPr>
              <a:t>3</a:t>
            </a:r>
            <a:endParaRPr lang="ko-KR" altLang="en-US" sz="6600" b="1" dirty="0">
              <a:solidFill>
                <a:schemeClr val="accent3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16722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 smtClean="0">
                <a:solidFill>
                  <a:schemeClr val="accent4">
                    <a:lumMod val="50000"/>
                  </a:schemeClr>
                </a:solidFill>
              </a:rPr>
              <a:t>진행상황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25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3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B7750B9-4AC5-4C36-A578-D98F0571771E}"/>
              </a:ext>
            </a:extLst>
          </p:cNvPr>
          <p:cNvSpPr/>
          <p:nvPr/>
        </p:nvSpPr>
        <p:spPr>
          <a:xfrm>
            <a:off x="360000" y="1667845"/>
            <a:ext cx="11538856" cy="46407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F8AAE97-12C8-4B2B-8767-B4729ACB8B89}"/>
              </a:ext>
            </a:extLst>
          </p:cNvPr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08B168-ADB0-459D-B459-D645B5D02BD9}"/>
              </a:ext>
            </a:extLst>
          </p:cNvPr>
          <p:cNvSpPr txBox="1"/>
          <p:nvPr/>
        </p:nvSpPr>
        <p:spPr>
          <a:xfrm>
            <a:off x="360000" y="6412076"/>
            <a:ext cx="935305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Pico(RP2040)</a:t>
            </a:r>
            <a:r>
              <a:rPr lang="ko-KR" altLang="en-US" dirty="0" smtClean="0"/>
              <a:t>에 맞는</a:t>
            </a:r>
            <a:r>
              <a:rPr lang="en-US" altLang="ko-KR" dirty="0"/>
              <a:t> </a:t>
            </a:r>
            <a:r>
              <a:rPr lang="en-US" altLang="ko-KR" dirty="0" err="1"/>
              <a:t>nRF</a:t>
            </a:r>
            <a:r>
              <a:rPr lang="ko-KR" altLang="en-US" dirty="0"/>
              <a:t> 라이브러리가 </a:t>
            </a:r>
            <a:r>
              <a:rPr lang="ko-KR" altLang="en-US" dirty="0" err="1" smtClean="0"/>
              <a:t>개발되지않았다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054" name="Picture 6" descr="https://cdn.discordapp.com/attachments/892390778834419732/909806484274163763/0109b58ccc87076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015" y="2096668"/>
            <a:ext cx="1830826" cy="289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A29F61A8-D584-4498-8AA5-749438CD3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679" y="2498748"/>
            <a:ext cx="1457325" cy="2095500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1964676" y="4682003"/>
            <a:ext cx="1457325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nRF24L01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214015" y="5148728"/>
            <a:ext cx="1830826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Pico(RP2040)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16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9999" y="121920"/>
            <a:ext cx="17700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 smtClean="0">
                <a:solidFill>
                  <a:schemeClr val="accent4">
                    <a:lumMod val="50000"/>
                  </a:schemeClr>
                </a:solidFill>
              </a:rPr>
              <a:t>진행 상황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879" y="46855"/>
            <a:ext cx="5325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3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4B7750B9-4AC5-4C36-A578-D98F0571771E}"/>
              </a:ext>
            </a:extLst>
          </p:cNvPr>
          <p:cNvSpPr/>
          <p:nvPr/>
        </p:nvSpPr>
        <p:spPr>
          <a:xfrm>
            <a:off x="360000" y="1681831"/>
            <a:ext cx="11538856" cy="46407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F8AAE97-12C8-4B2B-8767-B4729ACB8B89}"/>
              </a:ext>
            </a:extLst>
          </p:cNvPr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054" name="Picture 6" descr="https://cdn.discordapp.com/attachments/892390778834419732/909806484274163763/0109b58ccc87076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250" y="2046865"/>
            <a:ext cx="1830826" cy="289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/>
          <p:cNvSpPr/>
          <p:nvPr/>
        </p:nvSpPr>
        <p:spPr>
          <a:xfrm>
            <a:off x="9472250" y="5166657"/>
            <a:ext cx="1830826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Pico(RP2040)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808B168-ADB0-459D-B459-D645B5D02BD9}"/>
              </a:ext>
            </a:extLst>
          </p:cNvPr>
          <p:cNvSpPr txBox="1"/>
          <p:nvPr/>
        </p:nvSpPr>
        <p:spPr>
          <a:xfrm>
            <a:off x="360000" y="6412076"/>
            <a:ext cx="935305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따라서 라이브러리를 개발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언어변경</a:t>
            </a:r>
            <a:r>
              <a:rPr lang="en-US" altLang="ko-KR" dirty="0"/>
              <a:t>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프로세서 교체가 필요하다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259428" y="2495175"/>
            <a:ext cx="1830826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Arduino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5238644" y="3329848"/>
            <a:ext cx="445804" cy="61748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아래쪽 화살표 16"/>
          <p:cNvSpPr/>
          <p:nvPr/>
        </p:nvSpPr>
        <p:spPr>
          <a:xfrm>
            <a:off x="6644450" y="3343624"/>
            <a:ext cx="445804" cy="61748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477897" y="4278031"/>
            <a:ext cx="1830826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c/</a:t>
            </a:r>
            <a:r>
              <a:rPr lang="en-US" altLang="ko-KR" dirty="0" err="1" smtClean="0">
                <a:solidFill>
                  <a:schemeClr val="tx1"/>
                </a:solidFill>
              </a:rPr>
              <a:t>c++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08723" y="4278031"/>
            <a:ext cx="1830826" cy="6286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python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&quot;없음&quot; 기호 7"/>
          <p:cNvSpPr/>
          <p:nvPr/>
        </p:nvSpPr>
        <p:spPr>
          <a:xfrm>
            <a:off x="9637761" y="2811860"/>
            <a:ext cx="1499804" cy="1369669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74" name="Picture 2" descr="C:\Users\yshv1\Downloads\programmer-1653351_12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96" y="2495175"/>
            <a:ext cx="3332301" cy="231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05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133</Words>
  <Application>Microsoft Office PowerPoint</Application>
  <PresentationFormat>사용자 지정</PresentationFormat>
  <Paragraphs>48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윤성호</cp:lastModifiedBy>
  <cp:revision>70</cp:revision>
  <dcterms:created xsi:type="dcterms:W3CDTF">2020-12-13T00:02:47Z</dcterms:created>
  <dcterms:modified xsi:type="dcterms:W3CDTF">2021-11-15T14:26:44Z</dcterms:modified>
  <cp:version/>
</cp:coreProperties>
</file>