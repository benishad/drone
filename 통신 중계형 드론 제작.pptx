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6C5E0-80C6-4C65-97CE-8264E0B63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C4B980-4920-4D32-8204-8AFDD723D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B44EC9-4926-4C0D-B475-D6F053BB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F0717A-DFD0-49F1-AF48-F5185666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24B99-A760-482B-A2A5-5078151D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64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AFCD4-75CD-4B72-B018-3E29F57C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3478A-F812-499C-A85C-CE5E682AB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CBD069-FCA8-401E-93F4-DCD340F5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047E6-22B7-4D30-AB78-B44A6B12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26D2C9-354B-433B-8683-AE26A8B2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3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1E154-077C-4520-9FD2-866C861BF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32F04A-9781-4CED-AED7-2CE20D9A2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0FC17D-CFD5-4F8A-B92D-A6AB75EF7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CF5D0-EA39-4A3F-804C-9A63994A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80608A-C09D-479A-AE9B-F2501A3D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9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0F4D7-62D7-47FA-90B5-853A7E76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0D3B2-D2FF-451D-B72D-5B23C6269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76BD27-0D86-473C-BD24-05573C7B0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59A228-9E48-4640-8197-C57880E6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4A404E-0596-4435-B705-0D5D420A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BC0ED-1C43-4AA2-ABBE-299B10F1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3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71D8A-064F-4B76-AD42-46E04D0C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2BCFEA-6E80-4CAF-9C24-4D69018E7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F7417D-68E1-4454-B7A4-085A0DE6B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B12D4D-DA71-44FE-8D39-D00048877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8FCA4-0376-441C-A20F-A3E2E3F8F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ED38E5-F824-4648-ACD7-5175D070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15A20D-8CCA-4158-9F80-8D79B569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13DF98-C72C-465E-A535-DE0C5A01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64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944D7-3664-4843-86FF-BC189E6B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3B9A2A-D18B-466E-B01B-DBB104C93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89DB5D-6138-4703-BCFC-B9AB0DF2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DAAD65-471B-4F6B-8AC8-4D3693FD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46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7D8317-644D-4C42-BF81-A63DBDDB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C65093-A6CB-4E76-9107-1239C6F8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FA4229-A081-4D78-AFC2-D9C1D566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70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85E0E-B1BE-4B09-82AA-D32EE987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28F04-BB92-460A-B8D5-28E8846C1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063DDE-099B-47B3-B97E-4B38FDD91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416719-CE5E-43FA-8031-650574A1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E5AAD2-29C5-450B-AE1E-CCE4C4A7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93FA8F-5E8E-4828-AD9A-4FCF7A9A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91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90E40-3142-4AF9-891B-DC820010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7D1C18-6BEF-4A25-BC60-AEC52B598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4C7BDE-53DB-4567-BC4A-094623B0A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EAF69F-F000-4B36-BA5B-95D92766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72CA56-3B1B-4846-BD18-DD061334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60BCB0-A802-412B-9DD0-EAB52DAE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85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2FB83-08DD-4E2C-80DD-4F4ADC89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868F6C-E563-42AC-9F45-1DD18C43A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185897-41E0-431C-ABAA-DB29409C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F6BF5-70FE-4D84-B81C-D476CF5D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2D97E-C18D-499E-8426-A10332D4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30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FED161-48B1-4587-B69A-AFF48131A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509756-5EEC-4A6F-A858-0923B31F0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6FB5D-E133-4973-BB6F-2ED8D6CA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D7157-5B7C-4989-A60F-57896402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C2D10-F958-44ED-B366-0D40ACFB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61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1C8E5B-EA69-47F1-9043-433EC2A5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07C02C-C7D1-4920-AEE6-9D85ABFE4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38CDD-5604-4377-8FE2-20F45A345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BD85A-8119-41C8-BEA9-16019ADC806B}" type="datetimeFigureOut">
              <a:rPr lang="ko-KR" altLang="en-US" smtClean="0"/>
              <a:t>2021-10-06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9C3D86-E1BD-4F09-94B9-907B550E6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2FD0F5-9360-4F6A-A970-67BB375BD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0DC4B-409F-4E51-A98F-B433EB2F8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40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20465DF-457D-458F-8E28-6004F5830EE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 descr="운송, 항공기, 비행기, 어두운이(가) 표시된 사진&#10;&#10;자동 생성된 설명">
            <a:extLst>
              <a:ext uri="{FF2B5EF4-FFF2-40B4-BE49-F238E27FC236}">
                <a16:creationId xmlns:a16="http://schemas.microsoft.com/office/drawing/2014/main" id="{1851632C-1E69-480E-B1B2-5F5173BE5C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07" t="29163" r="4067" b="12817"/>
          <a:stretch/>
        </p:blipFill>
        <p:spPr>
          <a:xfrm>
            <a:off x="3886897" y="2271911"/>
            <a:ext cx="8288324" cy="41021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1E9DC36-5A49-42EC-8287-FD7F3CDC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669" y="853537"/>
            <a:ext cx="9144000" cy="1362063"/>
          </a:xfrm>
        </p:spPr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통신 중계형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드론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제작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4D63F8-6C00-4C62-8ED0-443197621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826" y="5190204"/>
            <a:ext cx="5220749" cy="1062240"/>
          </a:xfrm>
        </p:spPr>
        <p:txBody>
          <a:bodyPr/>
          <a:lstStyle/>
          <a:p>
            <a:pPr algn="l"/>
            <a:r>
              <a:rPr lang="ko-KR" altLang="en-US" dirty="0"/>
              <a:t>팀장 </a:t>
            </a:r>
            <a:r>
              <a:rPr lang="en-US" altLang="ko-KR" dirty="0"/>
              <a:t>/ </a:t>
            </a:r>
            <a:r>
              <a:rPr lang="ko-KR" altLang="en-US" dirty="0"/>
              <a:t>학번 </a:t>
            </a:r>
            <a:r>
              <a:rPr lang="en-US" altLang="ko-KR" dirty="0"/>
              <a:t>: </a:t>
            </a:r>
            <a:r>
              <a:rPr lang="ko-KR" altLang="en-US" dirty="0"/>
              <a:t>이동윤 </a:t>
            </a:r>
            <a:r>
              <a:rPr lang="en-US" altLang="ko-KR" dirty="0"/>
              <a:t>/ 20181450</a:t>
            </a:r>
          </a:p>
          <a:p>
            <a:pPr algn="l"/>
            <a:r>
              <a:rPr lang="ko-KR" altLang="en-US" dirty="0"/>
              <a:t>팀원 </a:t>
            </a:r>
            <a:r>
              <a:rPr lang="en-US" altLang="ko-KR" dirty="0"/>
              <a:t>/ </a:t>
            </a:r>
            <a:r>
              <a:rPr lang="ko-KR" altLang="en-US" dirty="0"/>
              <a:t>학번 </a:t>
            </a:r>
            <a:r>
              <a:rPr lang="en-US" altLang="ko-KR" dirty="0"/>
              <a:t>: </a:t>
            </a:r>
            <a:r>
              <a:rPr lang="ko-KR" altLang="en-US" dirty="0"/>
              <a:t>윤성호 </a:t>
            </a:r>
            <a:r>
              <a:rPr lang="en-US" altLang="ko-KR" dirty="0"/>
              <a:t>/ 20181451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E8E7E8E-79AF-4ABA-B830-C2EAC5728178}"/>
              </a:ext>
            </a:extLst>
          </p:cNvPr>
          <p:cNvCxnSpPr>
            <a:cxnSpLocks/>
          </p:cNvCxnSpPr>
          <p:nvPr/>
        </p:nvCxnSpPr>
        <p:spPr>
          <a:xfrm flipV="1">
            <a:off x="1770077" y="230188"/>
            <a:ext cx="10077780" cy="28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02AD4E-8E60-4AD2-9D15-02A99A6D9859}"/>
              </a:ext>
            </a:extLst>
          </p:cNvPr>
          <p:cNvSpPr txBox="1"/>
          <p:nvPr/>
        </p:nvSpPr>
        <p:spPr>
          <a:xfrm>
            <a:off x="251669" y="119778"/>
            <a:ext cx="142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통신 중계형 </a:t>
            </a:r>
            <a:r>
              <a:rPr lang="ko-KR" altLang="en-US" sz="1200" b="1" dirty="0" err="1"/>
              <a:t>드론</a:t>
            </a:r>
            <a:endParaRPr lang="ko-KR" altLang="en-US" sz="12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0F356BA-AAF7-4B83-8BDF-5194C46FA218}"/>
              </a:ext>
            </a:extLst>
          </p:cNvPr>
          <p:cNvCxnSpPr>
            <a:cxnSpLocks/>
          </p:cNvCxnSpPr>
          <p:nvPr/>
        </p:nvCxnSpPr>
        <p:spPr>
          <a:xfrm>
            <a:off x="394283" y="6686026"/>
            <a:ext cx="1140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6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6C631A6-1DB2-4136-92A4-233F53F56857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B19B77C-A1AE-42CD-BF3E-EE3C6A29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C6A3F-2BD8-4272-9AEB-1646A0D1B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 err="1"/>
              <a:t>드론</a:t>
            </a:r>
            <a:r>
              <a:rPr lang="ko-KR" altLang="en-US" b="1" dirty="0"/>
              <a:t> 시장동향을 분석해봤을 때 나온 결론</a:t>
            </a:r>
            <a:endParaRPr lang="en-US" altLang="ko-KR" b="1" dirty="0"/>
          </a:p>
          <a:p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더욱더 긴 지속시간이 필요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넓은 </a:t>
            </a:r>
            <a:r>
              <a:rPr lang="ko-KR" altLang="en-US" dirty="0" err="1"/>
              <a:t>드론</a:t>
            </a:r>
            <a:r>
              <a:rPr lang="ko-KR" altLang="en-US" dirty="0"/>
              <a:t> 가동범위의 필요성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53EE83-F1CB-468D-8D4D-21AC472AC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397" y="3000595"/>
            <a:ext cx="3969545" cy="237552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AB757E-0A31-4FBD-AB8D-7F3D1FF62546}"/>
              </a:ext>
            </a:extLst>
          </p:cNvPr>
          <p:cNvCxnSpPr>
            <a:cxnSpLocks/>
          </p:cNvCxnSpPr>
          <p:nvPr/>
        </p:nvCxnSpPr>
        <p:spPr>
          <a:xfrm flipV="1">
            <a:off x="1770077" y="230188"/>
            <a:ext cx="10077780" cy="28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FD15E1-C50F-4827-9B60-0AAC4D1746EE}"/>
              </a:ext>
            </a:extLst>
          </p:cNvPr>
          <p:cNvSpPr txBox="1"/>
          <p:nvPr/>
        </p:nvSpPr>
        <p:spPr>
          <a:xfrm>
            <a:off x="251669" y="119778"/>
            <a:ext cx="142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통신 중계형 </a:t>
            </a:r>
            <a:r>
              <a:rPr lang="ko-KR" altLang="en-US" sz="1200" b="1" dirty="0" err="1"/>
              <a:t>드론</a:t>
            </a:r>
            <a:endParaRPr lang="ko-KR" altLang="en-US" sz="1200" b="1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4042C90-3091-4385-9E2E-5F14B60FA1FC}"/>
              </a:ext>
            </a:extLst>
          </p:cNvPr>
          <p:cNvCxnSpPr>
            <a:cxnSpLocks/>
          </p:cNvCxnSpPr>
          <p:nvPr/>
        </p:nvCxnSpPr>
        <p:spPr>
          <a:xfrm>
            <a:off x="394283" y="6686026"/>
            <a:ext cx="1140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2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F3465-E5AA-48E5-8443-1D4816FC8B5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EA12A9-A776-4D6A-9CFD-F88740D0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해결방안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6967E0-A98D-455F-9265-7B414897C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9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400" dirty="0"/>
              <a:t>그런 상황에서 넓은 </a:t>
            </a:r>
            <a:r>
              <a:rPr lang="ko-KR" altLang="en-US" sz="2400" dirty="0" err="1"/>
              <a:t>드론</a:t>
            </a:r>
            <a:r>
              <a:rPr lang="ko-KR" altLang="en-US" sz="2400" dirty="0"/>
              <a:t> 가동범위를 해결해줄 방법으로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통신 중계형 </a:t>
            </a:r>
            <a:r>
              <a:rPr lang="ko-KR" altLang="en-US" sz="2400" dirty="0" err="1"/>
              <a:t>드론을</a:t>
            </a:r>
            <a:r>
              <a:rPr lang="ko-KR" altLang="en-US" sz="2400" dirty="0"/>
              <a:t> 아이디어로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107591-0A98-4D94-90D4-8AA91479A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035" y="2305553"/>
            <a:ext cx="2037279" cy="1219184"/>
          </a:xfrm>
          <a:prstGeom prst="rect">
            <a:avLst/>
          </a:prstGeom>
        </p:spPr>
      </p:pic>
      <p:pic>
        <p:nvPicPr>
          <p:cNvPr id="9" name="그림 8" descr="실내이(가) 표시된 사진&#10;&#10;자동 생성된 설명">
            <a:extLst>
              <a:ext uri="{FF2B5EF4-FFF2-40B4-BE49-F238E27FC236}">
                <a16:creationId xmlns:a16="http://schemas.microsoft.com/office/drawing/2014/main" id="{3F315DC2-DADA-46BE-9930-0FEC5F4AA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41" y="2363066"/>
            <a:ext cx="1855516" cy="1237010"/>
          </a:xfrm>
          <a:prstGeom prst="rect">
            <a:avLst/>
          </a:prstGeom>
        </p:spPr>
      </p:pic>
      <p:sp>
        <p:nvSpPr>
          <p:cNvPr id="10" name="화살표: 아래로 구부러짐 9">
            <a:extLst>
              <a:ext uri="{FF2B5EF4-FFF2-40B4-BE49-F238E27FC236}">
                <a16:creationId xmlns:a16="http://schemas.microsoft.com/office/drawing/2014/main" id="{595D564E-01DE-485F-9D12-9C49A5A38164}"/>
              </a:ext>
            </a:extLst>
          </p:cNvPr>
          <p:cNvSpPr/>
          <p:nvPr/>
        </p:nvSpPr>
        <p:spPr>
          <a:xfrm>
            <a:off x="2479494" y="4681039"/>
            <a:ext cx="3367633" cy="910329"/>
          </a:xfrm>
          <a:prstGeom prst="curvedDownArrow">
            <a:avLst>
              <a:gd name="adj1" fmla="val 56356"/>
              <a:gd name="adj2" fmla="val 120972"/>
              <a:gd name="adj3" fmla="val 75363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6C8FBFF5-5512-4128-BA96-F5CACEE7CD6E}"/>
              </a:ext>
            </a:extLst>
          </p:cNvPr>
          <p:cNvSpPr/>
          <p:nvPr/>
        </p:nvSpPr>
        <p:spPr>
          <a:xfrm>
            <a:off x="4595355" y="2621809"/>
            <a:ext cx="2869036" cy="484632"/>
          </a:xfrm>
          <a:prstGeom prst="rightArrow">
            <a:avLst>
              <a:gd name="adj1" fmla="val 50000"/>
              <a:gd name="adj2" fmla="val 15732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 descr="실내이(가) 표시된 사진&#10;&#10;자동 생성된 설명">
            <a:extLst>
              <a:ext uri="{FF2B5EF4-FFF2-40B4-BE49-F238E27FC236}">
                <a16:creationId xmlns:a16="http://schemas.microsoft.com/office/drawing/2014/main" id="{B075501C-907A-42FE-BD24-D7C6CAEF4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41" y="4876150"/>
            <a:ext cx="1855516" cy="1237010"/>
          </a:xfrm>
          <a:prstGeom prst="rect">
            <a:avLst/>
          </a:prstGeom>
        </p:spPr>
      </p:pic>
      <p:sp>
        <p:nvSpPr>
          <p:cNvPr id="14" name="화살표: 아래로 구부러짐 13">
            <a:extLst>
              <a:ext uri="{FF2B5EF4-FFF2-40B4-BE49-F238E27FC236}">
                <a16:creationId xmlns:a16="http://schemas.microsoft.com/office/drawing/2014/main" id="{7D571984-63C8-421F-A904-B9F982BBCC26}"/>
              </a:ext>
            </a:extLst>
          </p:cNvPr>
          <p:cNvSpPr/>
          <p:nvPr/>
        </p:nvSpPr>
        <p:spPr>
          <a:xfrm>
            <a:off x="6230615" y="4606062"/>
            <a:ext cx="3946334" cy="910329"/>
          </a:xfrm>
          <a:prstGeom prst="curvedDownArrow">
            <a:avLst>
              <a:gd name="adj1" fmla="val 56356"/>
              <a:gd name="adj2" fmla="val 120972"/>
              <a:gd name="adj3" fmla="val 75363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2B9DDA9-43A3-46F1-939A-FA479DE33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17" y="5329635"/>
            <a:ext cx="1665819" cy="9968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30EC44-58FA-48EA-AEA1-010E34229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551" y="5450106"/>
            <a:ext cx="1774991" cy="1062221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C5B7327-32EA-4037-A49D-2C5847E84993}"/>
              </a:ext>
            </a:extLst>
          </p:cNvPr>
          <p:cNvCxnSpPr>
            <a:cxnSpLocks/>
          </p:cNvCxnSpPr>
          <p:nvPr/>
        </p:nvCxnSpPr>
        <p:spPr>
          <a:xfrm flipV="1">
            <a:off x="1770077" y="230188"/>
            <a:ext cx="10077780" cy="28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98BC026-A23B-443C-9D54-E52E989F3C64}"/>
              </a:ext>
            </a:extLst>
          </p:cNvPr>
          <p:cNvSpPr txBox="1"/>
          <p:nvPr/>
        </p:nvSpPr>
        <p:spPr>
          <a:xfrm>
            <a:off x="251669" y="119778"/>
            <a:ext cx="142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통신 중계형 </a:t>
            </a:r>
            <a:r>
              <a:rPr lang="ko-KR" altLang="en-US" sz="1200" b="1" dirty="0" err="1"/>
              <a:t>드론</a:t>
            </a:r>
            <a:endParaRPr lang="ko-KR" altLang="en-US" sz="1200" b="1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674C14B-223A-4D0C-A073-8BB9A60780D7}"/>
              </a:ext>
            </a:extLst>
          </p:cNvPr>
          <p:cNvCxnSpPr>
            <a:cxnSpLocks/>
          </p:cNvCxnSpPr>
          <p:nvPr/>
        </p:nvCxnSpPr>
        <p:spPr>
          <a:xfrm>
            <a:off x="394283" y="6686026"/>
            <a:ext cx="1140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87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7528322-2BAD-45D8-A1DC-8BF3620EFE63}"/>
              </a:ext>
            </a:extLst>
          </p:cNvPr>
          <p:cNvSpPr/>
          <p:nvPr/>
        </p:nvSpPr>
        <p:spPr>
          <a:xfrm>
            <a:off x="0" y="11992"/>
            <a:ext cx="12191999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9CA706-AD50-4080-AFD5-C9ECFBE3A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기존의 다른 제품들과 </a:t>
            </a:r>
            <a:r>
              <a:rPr lang="ko-KR" altLang="en-US" dirty="0" err="1"/>
              <a:t>다른점</a:t>
            </a:r>
            <a:endParaRPr lang="ko-KR" altLang="en-US" dirty="0"/>
          </a:p>
        </p:txBody>
      </p:sp>
      <p:pic>
        <p:nvPicPr>
          <p:cNvPr id="13" name="그림 12" descr="하늘, 사람, 남자, 실외이(가) 표시된 사진&#10;&#10;자동 생성된 설명">
            <a:extLst>
              <a:ext uri="{FF2B5EF4-FFF2-40B4-BE49-F238E27FC236}">
                <a16:creationId xmlns:a16="http://schemas.microsoft.com/office/drawing/2014/main" id="{DC4E04E4-0883-43A8-841E-E9984DF15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14" y="1835573"/>
            <a:ext cx="3520580" cy="2281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9BB711-BC06-42CD-91CB-2A3A791FCE5A}"/>
              </a:ext>
            </a:extLst>
          </p:cNvPr>
          <p:cNvSpPr txBox="1"/>
          <p:nvPr/>
        </p:nvSpPr>
        <p:spPr>
          <a:xfrm>
            <a:off x="251669" y="119778"/>
            <a:ext cx="142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통신 중계형 </a:t>
            </a:r>
            <a:r>
              <a:rPr lang="ko-KR" altLang="en-US" sz="1200" b="1" dirty="0" err="1"/>
              <a:t>드론</a:t>
            </a:r>
            <a:endParaRPr lang="ko-KR" altLang="en-US" sz="1200" b="1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03B119B-62EE-43C7-8793-9C3A1C63FCE1}"/>
              </a:ext>
            </a:extLst>
          </p:cNvPr>
          <p:cNvCxnSpPr>
            <a:cxnSpLocks/>
          </p:cNvCxnSpPr>
          <p:nvPr/>
        </p:nvCxnSpPr>
        <p:spPr>
          <a:xfrm flipV="1">
            <a:off x="1770077" y="230188"/>
            <a:ext cx="10077780" cy="28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D9907D5-B311-432A-9467-CBE6684D3FCA}"/>
              </a:ext>
            </a:extLst>
          </p:cNvPr>
          <p:cNvCxnSpPr>
            <a:cxnSpLocks/>
          </p:cNvCxnSpPr>
          <p:nvPr/>
        </p:nvCxnSpPr>
        <p:spPr>
          <a:xfrm>
            <a:off x="394283" y="6686026"/>
            <a:ext cx="1140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B648D1F9-797B-4AE6-98B1-3A8F92491212}"/>
              </a:ext>
            </a:extLst>
          </p:cNvPr>
          <p:cNvSpPr txBox="1">
            <a:spLocks/>
          </p:cNvSpPr>
          <p:nvPr/>
        </p:nvSpPr>
        <p:spPr>
          <a:xfrm>
            <a:off x="946795" y="2386077"/>
            <a:ext cx="10515600" cy="58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기존 방식 </a:t>
            </a:r>
            <a:r>
              <a:rPr lang="en-US" altLang="ko-KR" dirty="0"/>
              <a:t>: </a:t>
            </a:r>
            <a:r>
              <a:rPr lang="ko-KR" altLang="en-US" dirty="0"/>
              <a:t>사용자와 </a:t>
            </a:r>
            <a:r>
              <a:rPr lang="ko-KR" altLang="en-US" dirty="0" err="1"/>
              <a:t>드론에</a:t>
            </a:r>
            <a:r>
              <a:rPr lang="ko-KR" altLang="en-US" dirty="0"/>
              <a:t> 직접적인 통신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C7D9E5FA-12C1-4730-81F4-2F6E29404E34}"/>
              </a:ext>
            </a:extLst>
          </p:cNvPr>
          <p:cNvSpPr txBox="1">
            <a:spLocks/>
          </p:cNvSpPr>
          <p:nvPr/>
        </p:nvSpPr>
        <p:spPr>
          <a:xfrm>
            <a:off x="946794" y="4520280"/>
            <a:ext cx="11049463" cy="1259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개선 방식 </a:t>
            </a:r>
            <a:r>
              <a:rPr lang="en-US" altLang="ko-KR" dirty="0"/>
              <a:t>: </a:t>
            </a:r>
            <a:r>
              <a:rPr lang="ko-KR" altLang="en-US" dirty="0"/>
              <a:t>사용자와 </a:t>
            </a:r>
            <a:r>
              <a:rPr lang="ko-KR" altLang="en-US" dirty="0" err="1"/>
              <a:t>드론</a:t>
            </a:r>
            <a:r>
              <a:rPr lang="ko-KR" altLang="en-US" dirty="0"/>
              <a:t> 사이에 신호를 경유하여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               </a:t>
            </a:r>
            <a:r>
              <a:rPr lang="ko-KR" altLang="en-US" dirty="0" err="1"/>
              <a:t>드론에</a:t>
            </a:r>
            <a:r>
              <a:rPr lang="ko-KR" altLang="en-US" dirty="0"/>
              <a:t> 가동범위 증가</a:t>
            </a:r>
          </a:p>
        </p:txBody>
      </p:sp>
    </p:spTree>
    <p:extLst>
      <p:ext uri="{BB962C8B-B14F-4D97-AF65-F5344CB8AC3E}">
        <p14:creationId xmlns:p14="http://schemas.microsoft.com/office/powerpoint/2010/main" val="138297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96A7192-6369-43A2-8A2B-A482A94FFF1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D56646-E9B6-4982-BC0A-C603EBF1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작품의 예상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3C130-05AA-46C7-85A7-037C1D94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통신 중계형 </a:t>
            </a:r>
            <a:r>
              <a:rPr lang="ko-KR" altLang="en-US" dirty="0" err="1"/>
              <a:t>드론은</a:t>
            </a:r>
            <a:r>
              <a:rPr lang="ko-KR" altLang="en-US" dirty="0"/>
              <a:t> 통신 수단이 양호하지 않은 산간</a:t>
            </a:r>
            <a:r>
              <a:rPr lang="en-US" altLang="ko-KR" dirty="0"/>
              <a:t>,</a:t>
            </a:r>
            <a:r>
              <a:rPr lang="ko-KR" altLang="en-US" dirty="0"/>
              <a:t>바다 지역에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서 넓은 범위까지 </a:t>
            </a:r>
            <a:r>
              <a:rPr lang="ko-KR" altLang="en-US" dirty="0" err="1"/>
              <a:t>드론을</a:t>
            </a:r>
            <a:r>
              <a:rPr lang="ko-KR" altLang="en-US" dirty="0"/>
              <a:t> 날려 보내어 </a:t>
            </a:r>
            <a:r>
              <a:rPr lang="ko-KR" altLang="en-US" b="1" dirty="0"/>
              <a:t>재난 상황</a:t>
            </a:r>
            <a:r>
              <a:rPr lang="ko-KR" altLang="en-US" dirty="0"/>
              <a:t>이나 </a:t>
            </a:r>
            <a:r>
              <a:rPr lang="ko-KR" altLang="en-US" b="1" dirty="0"/>
              <a:t>인명구조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현장에서 효율적인 수색작업이 가능할 것으로 예상된다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다양한 분야에 접목 가능할 것으로 보인다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A244D-995F-4435-81CD-7FBB14FB48AE}"/>
              </a:ext>
            </a:extLst>
          </p:cNvPr>
          <p:cNvSpPr txBox="1"/>
          <p:nvPr/>
        </p:nvSpPr>
        <p:spPr>
          <a:xfrm>
            <a:off x="251669" y="119778"/>
            <a:ext cx="1426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통신 중계형 </a:t>
            </a:r>
            <a:r>
              <a:rPr lang="ko-KR" altLang="en-US" sz="1200" b="1" dirty="0" err="1"/>
              <a:t>드론</a:t>
            </a:r>
            <a:endParaRPr lang="ko-KR" altLang="en-US" sz="1200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8A4F6E-6776-4523-A7DC-73825B6AB586}"/>
              </a:ext>
            </a:extLst>
          </p:cNvPr>
          <p:cNvCxnSpPr>
            <a:cxnSpLocks/>
          </p:cNvCxnSpPr>
          <p:nvPr/>
        </p:nvCxnSpPr>
        <p:spPr>
          <a:xfrm flipV="1">
            <a:off x="1770077" y="230188"/>
            <a:ext cx="10077780" cy="28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1C9F56-CAB8-44A9-ABDF-67623A3CE086}"/>
              </a:ext>
            </a:extLst>
          </p:cNvPr>
          <p:cNvCxnSpPr>
            <a:cxnSpLocks/>
          </p:cNvCxnSpPr>
          <p:nvPr/>
        </p:nvCxnSpPr>
        <p:spPr>
          <a:xfrm>
            <a:off x="394283" y="6686026"/>
            <a:ext cx="114090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07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23869490C704941805FF4D0FA38B22C" ma:contentTypeVersion="4" ma:contentTypeDescription="새 문서를 만듭니다." ma:contentTypeScope="" ma:versionID="fb77fafda5455cfbdd0dfcee38e78a28">
  <xsd:schema xmlns:xsd="http://www.w3.org/2001/XMLSchema" xmlns:xs="http://www.w3.org/2001/XMLSchema" xmlns:p="http://schemas.microsoft.com/office/2006/metadata/properties" xmlns:ns3="6519c004-9395-4c8d-9705-fb22fce87fcd" targetNamespace="http://schemas.microsoft.com/office/2006/metadata/properties" ma:root="true" ma:fieldsID="42bee97a5e3ed18c6e70250d348bc337" ns3:_="">
    <xsd:import namespace="6519c004-9395-4c8d-9705-fb22fce87fc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19c004-9395-4c8d-9705-fb22fce87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B565082-3864-4270-A7ED-B33DFC7FE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19c004-9395-4c8d-9705-fb22fce87f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A87836-709E-486F-B2F5-9A98BB225A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D82261-057A-4DCF-AE15-086EB3B27597}">
  <ds:schemaRefs>
    <ds:schemaRef ds:uri="http://schemas.microsoft.com/office/infopath/2007/PartnerControls"/>
    <ds:schemaRef ds:uri="http://www.w3.org/XML/1998/namespace"/>
    <ds:schemaRef ds:uri="6519c004-9395-4c8d-9705-fb22fce87fcd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123</Words>
  <Application>Microsoft Office PowerPoint</Application>
  <PresentationFormat>와이드스크린</PresentationFormat>
  <Paragraphs>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HY헤드라인M</vt:lpstr>
      <vt:lpstr>맑은 고딕</vt:lpstr>
      <vt:lpstr>Arial</vt:lpstr>
      <vt:lpstr>Office 테마</vt:lpstr>
      <vt:lpstr>통신 중계형 드론 제작</vt:lpstr>
      <vt:lpstr>계기</vt:lpstr>
      <vt:lpstr>해결방안</vt:lpstr>
      <vt:lpstr>기존의 다른 제품들과 다른점</vt:lpstr>
      <vt:lpstr>작품의 예상 효과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통신 중계형 드론 제작</dc:title>
  <dc:creator>이동윤</dc:creator>
  <cp:lastModifiedBy>이동윤</cp:lastModifiedBy>
  <cp:revision>4</cp:revision>
  <dcterms:created xsi:type="dcterms:W3CDTF">2021-10-05T13:30:35Z</dcterms:created>
  <dcterms:modified xsi:type="dcterms:W3CDTF">2021-10-06T06:13:27Z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0x010100423869490C704941805FF4D0FA38B22C</vt:lpwstr>
  </property>
</Properties>
</file>